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Plus Jakarta Sans"/>
      <p:regular r:id="rId41"/>
      <p:bold r:id="rId42"/>
      <p:italic r:id="rId43"/>
      <p:boldItalic r:id="rId44"/>
    </p:embeddedFont>
    <p:embeddedFont>
      <p:font typeface="Inter Tigh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5AAD24-C770-4B07-8325-BC6CF6D7CD50}">
  <a:tblStyle styleId="{695AAD24-C770-4B07-8325-BC6CF6D7CD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PlusJakartaSans-bold.fntdata"/><Relationship Id="rId41" Type="http://schemas.openxmlformats.org/officeDocument/2006/relationships/font" Target="fonts/PlusJakartaSans-regular.fntdata"/><Relationship Id="rId22" Type="http://schemas.openxmlformats.org/officeDocument/2006/relationships/slide" Target="slides/slide17.xml"/><Relationship Id="rId44" Type="http://schemas.openxmlformats.org/officeDocument/2006/relationships/font" Target="fonts/PlusJakarta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PlusJakartaSans-italic.fntdata"/><Relationship Id="rId24" Type="http://schemas.openxmlformats.org/officeDocument/2006/relationships/slide" Target="slides/slide19.xml"/><Relationship Id="rId46" Type="http://schemas.openxmlformats.org/officeDocument/2006/relationships/font" Target="fonts/InterTight-bold.fntdata"/><Relationship Id="rId23" Type="http://schemas.openxmlformats.org/officeDocument/2006/relationships/slide" Target="slides/slide18.xml"/><Relationship Id="rId45" Type="http://schemas.openxmlformats.org/officeDocument/2006/relationships/font" Target="fonts/InterT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InterTight-boldItalic.fntdata"/><Relationship Id="rId25" Type="http://schemas.openxmlformats.org/officeDocument/2006/relationships/slide" Target="slides/slide20.xml"/><Relationship Id="rId47" Type="http://schemas.openxmlformats.org/officeDocument/2006/relationships/font" Target="fonts/InterTight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cefde0d47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bcefde0d47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cefde0d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bcefde0d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6870aab0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6870aab0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bcefde0d4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bcefde0d4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bcefde0d4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bcefde0d4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bcefde0d4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bcefde0d4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bcefde0d4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bcefde0d4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bcefde0d4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bcefde0d4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bcefde0d4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bcefde0d4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bcefde0d4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bcefde0d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bcefde0d4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bcefde0d4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bcefde0d47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bcefde0d4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bcefde0d4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bcefde0d4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bcefde0d47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bcefde0d4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bcefde0d47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bcefde0d47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bcefde0d4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bcefde0d4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bcefde0d47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bcefde0d4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bcefde0d4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bcefde0d4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bcefde0d47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bcefde0d47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bcefde0d4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bcefde0d4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bcefde0d47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bcefde0d4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bcefde0d47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bcefde0d47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bcefde0d47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bcefde0d47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bcefde0d47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bcefde0d4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bcefde0d47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bcefde0d47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bcefde0d47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bcefde0d47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bcefde0d47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bcefde0d47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bcefde0d47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bcefde0d47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bcefde0d47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bcefde0d47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bcefde0d47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bcefde0d47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bcefde0d47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3bcefde0d47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bcefde0d47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bcefde0d47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bcefde0d47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3bcefde0d47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bcefde0d47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3bcefde0d47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982275" y="1507425"/>
            <a:ext cx="5179500" cy="15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82375" y="3192628"/>
            <a:ext cx="51795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11" y="4"/>
            <a:ext cx="6343414" cy="923225"/>
            <a:chOff x="11" y="4"/>
            <a:chExt cx="6343414" cy="92322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5874325" y="132925"/>
              <a:ext cx="469100" cy="125100"/>
              <a:chOff x="4540000" y="294675"/>
              <a:chExt cx="469100" cy="1251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45316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5400000">
                <a:off x="47120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5400000">
                <a:off x="48924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10800000">
              <a:off x="11" y="4"/>
              <a:ext cx="436703" cy="923225"/>
              <a:chOff x="4794250" y="3765054"/>
              <a:chExt cx="436703" cy="923225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" name="Google Shape;25;p2"/>
          <p:cNvGrpSpPr/>
          <p:nvPr/>
        </p:nvGrpSpPr>
        <p:grpSpPr>
          <a:xfrm>
            <a:off x="1550610" y="1251964"/>
            <a:ext cx="8239015" cy="3802811"/>
            <a:chOff x="1550610" y="1251964"/>
            <a:chExt cx="8239015" cy="3802811"/>
          </a:xfrm>
        </p:grpSpPr>
        <p:grpSp>
          <p:nvGrpSpPr>
            <p:cNvPr id="26" name="Google Shape;26;p2"/>
            <p:cNvGrpSpPr/>
            <p:nvPr/>
          </p:nvGrpSpPr>
          <p:grpSpPr>
            <a:xfrm>
              <a:off x="8710525" y="1251964"/>
              <a:ext cx="1079100" cy="1079100"/>
              <a:chOff x="8359400" y="1569464"/>
              <a:chExt cx="1079100" cy="1079100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7" name="Google Shape;37;p2"/>
            <p:cNvGrpSpPr/>
            <p:nvPr/>
          </p:nvGrpSpPr>
          <p:grpSpPr>
            <a:xfrm>
              <a:off x="1550610" y="4704238"/>
              <a:ext cx="2095205" cy="350538"/>
              <a:chOff x="1550610" y="4704238"/>
              <a:chExt cx="2095205" cy="350538"/>
            </a:xfrm>
          </p:grpSpPr>
          <p:grpSp>
            <p:nvGrpSpPr>
              <p:cNvPr id="38" name="Google Shape;38;p2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39" name="Google Shape;39;p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0" name="Google Shape;40;p2"/>
                <p:cNvCxnSpPr>
                  <a:stCxn id="39" idx="6"/>
                  <a:endCxn id="41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" name="Google Shape;41;p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42" name="Google Shape;42;p2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3" name="Google Shape;43;p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4" name="Google Shape;44;p2"/>
                <p:cNvCxnSpPr>
                  <a:stCxn id="43" idx="6"/>
                  <a:endCxn id="45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" name="Google Shape;45;p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8" name="Google Shape;48;p3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2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3"/>
          <p:cNvSpPr txBox="1"/>
          <p:nvPr>
            <p:ph hasCustomPrompt="1" idx="2" type="title"/>
          </p:nvPr>
        </p:nvSpPr>
        <p:spPr>
          <a:xfrm>
            <a:off x="4079850" y="1430175"/>
            <a:ext cx="9843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50" name="Google Shape;50;p3"/>
          <p:cNvGrpSpPr/>
          <p:nvPr/>
        </p:nvGrpSpPr>
        <p:grpSpPr>
          <a:xfrm>
            <a:off x="-778550" y="67525"/>
            <a:ext cx="3966065" cy="4222464"/>
            <a:chOff x="-778550" y="67525"/>
            <a:chExt cx="3966065" cy="4222464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-778550" y="3210889"/>
              <a:ext cx="1079100" cy="1079100"/>
              <a:chOff x="8359400" y="1569464"/>
              <a:chExt cx="1079100" cy="1079100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1092310" y="67525"/>
              <a:ext cx="2095205" cy="350538"/>
              <a:chOff x="1550610" y="4704238"/>
              <a:chExt cx="2095205" cy="350538"/>
            </a:xfrm>
          </p:grpSpPr>
          <p:grpSp>
            <p:nvGrpSpPr>
              <p:cNvPr id="63" name="Google Shape;63;p3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4" name="Google Shape;64;p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5" name="Google Shape;65;p3"/>
                <p:cNvCxnSpPr>
                  <a:stCxn id="64" idx="6"/>
                  <a:endCxn id="66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6" name="Google Shape;66;p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67" name="Google Shape;67;p3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8" name="Google Shape;68;p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9" name="Google Shape;69;p3"/>
                <p:cNvCxnSpPr>
                  <a:stCxn id="68" idx="6"/>
                  <a:endCxn id="70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0" name="Google Shape;70;p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  <p:grpSp>
        <p:nvGrpSpPr>
          <p:cNvPr id="71" name="Google Shape;71;p3"/>
          <p:cNvGrpSpPr/>
          <p:nvPr/>
        </p:nvGrpSpPr>
        <p:grpSpPr>
          <a:xfrm>
            <a:off x="4256875" y="4"/>
            <a:ext cx="4890364" cy="4975596"/>
            <a:chOff x="4256875" y="4"/>
            <a:chExt cx="4890364" cy="4975596"/>
          </a:xfrm>
        </p:grpSpPr>
        <p:grpSp>
          <p:nvGrpSpPr>
            <p:cNvPr id="72" name="Google Shape;72;p3"/>
            <p:cNvGrpSpPr/>
            <p:nvPr/>
          </p:nvGrpSpPr>
          <p:grpSpPr>
            <a:xfrm flipH="1" rot="10800000">
              <a:off x="8710536" y="4"/>
              <a:ext cx="436703" cy="923225"/>
              <a:chOff x="4794250" y="3765054"/>
              <a:chExt cx="436703" cy="923225"/>
            </a:xfrm>
          </p:grpSpPr>
          <p:sp>
            <p:nvSpPr>
              <p:cNvPr id="73" name="Google Shape;73;p3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4256875" y="4850500"/>
              <a:ext cx="469100" cy="125100"/>
              <a:chOff x="4540000" y="294675"/>
              <a:chExt cx="469100" cy="125100"/>
            </a:xfrm>
          </p:grpSpPr>
          <p:sp>
            <p:nvSpPr>
              <p:cNvPr id="81" name="Google Shape;81;p3"/>
              <p:cNvSpPr/>
              <p:nvPr/>
            </p:nvSpPr>
            <p:spPr>
              <a:xfrm rot="-5400000">
                <a:off x="45316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 rot="-5400000">
                <a:off x="47120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 rot="-5400000">
                <a:off x="48924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722375" y="1187600"/>
            <a:ext cx="76992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87" name="Google Shape;87;p4"/>
          <p:cNvGrpSpPr/>
          <p:nvPr/>
        </p:nvGrpSpPr>
        <p:grpSpPr>
          <a:xfrm>
            <a:off x="7711800" y="4876388"/>
            <a:ext cx="469100" cy="125100"/>
            <a:chOff x="4540000" y="294675"/>
            <a:chExt cx="469100" cy="125100"/>
          </a:xfrm>
        </p:grpSpPr>
        <p:sp>
          <p:nvSpPr>
            <p:cNvPr id="88" name="Google Shape;88;p4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5426123" y="94513"/>
            <a:ext cx="2095205" cy="350538"/>
            <a:chOff x="1550610" y="4704238"/>
            <a:chExt cx="2095205" cy="350538"/>
          </a:xfrm>
        </p:grpSpPr>
        <p:grpSp>
          <p:nvGrpSpPr>
            <p:cNvPr id="92" name="Google Shape;92;p4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94" name="Google Shape;94;p4"/>
              <p:cNvCxnSpPr>
                <a:stCxn id="93" idx="6"/>
                <a:endCxn id="95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" name="Google Shape;95;p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96" name="Google Shape;96;p4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98" name="Google Shape;98;p4"/>
              <p:cNvCxnSpPr>
                <a:stCxn id="97" idx="6"/>
                <a:endCxn id="99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" name="Google Shape;99;p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5"/>
          <p:cNvSpPr txBox="1"/>
          <p:nvPr>
            <p:ph idx="1" type="subTitle"/>
          </p:nvPr>
        </p:nvSpPr>
        <p:spPr>
          <a:xfrm>
            <a:off x="1137963" y="2838827"/>
            <a:ext cx="30108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5"/>
          <p:cNvSpPr txBox="1"/>
          <p:nvPr>
            <p:ph idx="2" type="subTitle"/>
          </p:nvPr>
        </p:nvSpPr>
        <p:spPr>
          <a:xfrm>
            <a:off x="4995237" y="2838827"/>
            <a:ext cx="3010800" cy="1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5"/>
          <p:cNvSpPr txBox="1"/>
          <p:nvPr>
            <p:ph idx="3" type="subTitle"/>
          </p:nvPr>
        </p:nvSpPr>
        <p:spPr>
          <a:xfrm>
            <a:off x="1137976" y="2518350"/>
            <a:ext cx="30108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5" name="Google Shape;105;p5"/>
          <p:cNvSpPr txBox="1"/>
          <p:nvPr>
            <p:ph idx="4" type="subTitle"/>
          </p:nvPr>
        </p:nvSpPr>
        <p:spPr>
          <a:xfrm>
            <a:off x="4995235" y="2518350"/>
            <a:ext cx="30108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106" name="Google Shape;106;p5"/>
          <p:cNvGrpSpPr/>
          <p:nvPr/>
        </p:nvGrpSpPr>
        <p:grpSpPr>
          <a:xfrm rot="-5400000">
            <a:off x="922756" y="-92435"/>
            <a:ext cx="264435" cy="665216"/>
            <a:chOff x="8625081" y="258015"/>
            <a:chExt cx="264435" cy="665216"/>
          </a:xfrm>
        </p:grpSpPr>
        <p:sp>
          <p:nvSpPr>
            <p:cNvPr id="107" name="Google Shape;107;p5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88697" y="425289"/>
            <a:ext cx="9605028" cy="4642001"/>
            <a:chOff x="88697" y="425289"/>
            <a:chExt cx="9605028" cy="4642001"/>
          </a:xfrm>
        </p:grpSpPr>
        <p:grpSp>
          <p:nvGrpSpPr>
            <p:cNvPr id="110" name="Google Shape;110;p5"/>
            <p:cNvGrpSpPr/>
            <p:nvPr/>
          </p:nvGrpSpPr>
          <p:grpSpPr>
            <a:xfrm>
              <a:off x="88697" y="4245253"/>
              <a:ext cx="633676" cy="822037"/>
              <a:chOff x="6758847" y="2443353"/>
              <a:chExt cx="633676" cy="822037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6758847" y="2443353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758847" y="2818742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5"/>
            <p:cNvGrpSpPr/>
            <p:nvPr/>
          </p:nvGrpSpPr>
          <p:grpSpPr>
            <a:xfrm>
              <a:off x="8614625" y="425289"/>
              <a:ext cx="1079100" cy="1079100"/>
              <a:chOff x="8359400" y="1569464"/>
              <a:chExt cx="1079100" cy="1079100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6" name="Google Shape;126;p6"/>
          <p:cNvGrpSpPr/>
          <p:nvPr/>
        </p:nvGrpSpPr>
        <p:grpSpPr>
          <a:xfrm>
            <a:off x="5188075" y="-539611"/>
            <a:ext cx="3879723" cy="5606901"/>
            <a:chOff x="5188075" y="-539611"/>
            <a:chExt cx="3879723" cy="5606901"/>
          </a:xfrm>
        </p:grpSpPr>
        <p:grpSp>
          <p:nvGrpSpPr>
            <p:cNvPr id="127" name="Google Shape;127;p6"/>
            <p:cNvGrpSpPr/>
            <p:nvPr/>
          </p:nvGrpSpPr>
          <p:grpSpPr>
            <a:xfrm>
              <a:off x="8434122" y="4245253"/>
              <a:ext cx="633676" cy="822037"/>
              <a:chOff x="6758847" y="2443353"/>
              <a:chExt cx="633676" cy="822037"/>
            </a:xfrm>
          </p:grpSpPr>
          <p:sp>
            <p:nvSpPr>
              <p:cNvPr id="128" name="Google Shape;128;p6"/>
              <p:cNvSpPr/>
              <p:nvPr/>
            </p:nvSpPr>
            <p:spPr>
              <a:xfrm>
                <a:off x="6758847" y="2443353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758847" y="2818742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6"/>
            <p:cNvGrpSpPr/>
            <p:nvPr/>
          </p:nvGrpSpPr>
          <p:grpSpPr>
            <a:xfrm>
              <a:off x="5188075" y="-539611"/>
              <a:ext cx="1079100" cy="1079100"/>
              <a:chOff x="8359400" y="1569464"/>
              <a:chExt cx="1079100" cy="1079100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141" name="Google Shape;141;p6"/>
          <p:cNvGrpSpPr/>
          <p:nvPr/>
        </p:nvGrpSpPr>
        <p:grpSpPr>
          <a:xfrm rot="10800000">
            <a:off x="563675" y="4814550"/>
            <a:ext cx="469100" cy="125100"/>
            <a:chOff x="4540000" y="294675"/>
            <a:chExt cx="469100" cy="125100"/>
          </a:xfrm>
        </p:grpSpPr>
        <p:sp>
          <p:nvSpPr>
            <p:cNvPr id="142" name="Google Shape;142;p6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237400" y="230425"/>
            <a:ext cx="4574400" cy="4680000"/>
          </a:xfrm>
          <a:prstGeom prst="roundRect">
            <a:avLst>
              <a:gd fmla="val 312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7" name="Google Shape;147;p7"/>
          <p:cNvSpPr txBox="1"/>
          <p:nvPr>
            <p:ph type="title"/>
          </p:nvPr>
        </p:nvSpPr>
        <p:spPr>
          <a:xfrm>
            <a:off x="722375" y="539500"/>
            <a:ext cx="384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722375" y="2252550"/>
            <a:ext cx="3849600" cy="17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5036700" y="231700"/>
            <a:ext cx="3849600" cy="4680000"/>
          </a:xfrm>
          <a:prstGeom prst="roundRect">
            <a:avLst>
              <a:gd fmla="val 5084" name="adj"/>
            </a:avLst>
          </a:prstGeom>
          <a:noFill/>
          <a:ln>
            <a:noFill/>
          </a:ln>
        </p:spPr>
      </p:sp>
      <p:grpSp>
        <p:nvGrpSpPr>
          <p:cNvPr id="150" name="Google Shape;150;p7"/>
          <p:cNvGrpSpPr/>
          <p:nvPr/>
        </p:nvGrpSpPr>
        <p:grpSpPr>
          <a:xfrm>
            <a:off x="383975" y="4834938"/>
            <a:ext cx="469100" cy="125100"/>
            <a:chOff x="4540000" y="294675"/>
            <a:chExt cx="469100" cy="125100"/>
          </a:xfrm>
        </p:grpSpPr>
        <p:sp>
          <p:nvSpPr>
            <p:cNvPr id="151" name="Google Shape;151;p7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154" name="Google Shape;154;p7"/>
          <p:cNvGrpSpPr/>
          <p:nvPr/>
        </p:nvGrpSpPr>
        <p:grpSpPr>
          <a:xfrm>
            <a:off x="2116735" y="94513"/>
            <a:ext cx="2095205" cy="350538"/>
            <a:chOff x="1550610" y="4704238"/>
            <a:chExt cx="2095205" cy="350538"/>
          </a:xfrm>
        </p:grpSpPr>
        <p:grpSp>
          <p:nvGrpSpPr>
            <p:cNvPr id="155" name="Google Shape;155;p7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57" name="Google Shape;157;p7"/>
              <p:cNvCxnSpPr>
                <a:stCxn id="156" idx="6"/>
                <a:endCxn id="158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8" name="Google Shape;158;p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159" name="Google Shape;159;p7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160" name="Google Shape;160;p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61" name="Google Shape;161;p7"/>
              <p:cNvCxnSpPr>
                <a:stCxn id="160" idx="6"/>
                <a:endCxn id="162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2" name="Google Shape;162;p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65" name="Google Shape;165;p8"/>
          <p:cNvSpPr txBox="1"/>
          <p:nvPr>
            <p:ph type="title"/>
          </p:nvPr>
        </p:nvSpPr>
        <p:spPr>
          <a:xfrm>
            <a:off x="1881150" y="1028700"/>
            <a:ext cx="5381700" cy="308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66" name="Google Shape;166;p8"/>
          <p:cNvGrpSpPr/>
          <p:nvPr/>
        </p:nvGrpSpPr>
        <p:grpSpPr>
          <a:xfrm>
            <a:off x="1257548" y="94513"/>
            <a:ext cx="2095205" cy="350538"/>
            <a:chOff x="1550610" y="4704238"/>
            <a:chExt cx="2095205" cy="350538"/>
          </a:xfrm>
        </p:grpSpPr>
        <p:grpSp>
          <p:nvGrpSpPr>
            <p:cNvPr id="167" name="Google Shape;167;p8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69" name="Google Shape;169;p8"/>
              <p:cNvCxnSpPr>
                <a:stCxn id="168" idx="6"/>
                <a:endCxn id="170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" name="Google Shape;170;p8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171" name="Google Shape;171;p8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172" name="Google Shape;172;p8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173" name="Google Shape;173;p8"/>
              <p:cNvCxnSpPr>
                <a:stCxn id="172" idx="6"/>
                <a:endCxn id="174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" name="Google Shape;174;p8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175" name="Google Shape;175;p8"/>
          <p:cNvGrpSpPr/>
          <p:nvPr/>
        </p:nvGrpSpPr>
        <p:grpSpPr>
          <a:xfrm>
            <a:off x="8710536" y="4220279"/>
            <a:ext cx="436703" cy="923225"/>
            <a:chOff x="4794250" y="3765054"/>
            <a:chExt cx="436703" cy="923225"/>
          </a:xfrm>
        </p:grpSpPr>
        <p:sp>
          <p:nvSpPr>
            <p:cNvPr id="176" name="Google Shape;176;p8"/>
            <p:cNvSpPr/>
            <p:nvPr/>
          </p:nvSpPr>
          <p:spPr>
            <a:xfrm>
              <a:off x="4794250" y="376505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436704" y="0"/>
                  </a:moveTo>
                  <a:lnTo>
                    <a:pt x="0" y="438477"/>
                  </a:lnTo>
                  <a:lnTo>
                    <a:pt x="0" y="492634"/>
                  </a:lnTo>
                  <a:lnTo>
                    <a:pt x="436704" y="54061"/>
                  </a:lnTo>
                  <a:lnTo>
                    <a:pt x="436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4794250" y="388923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0" y="438477"/>
                  </a:moveTo>
                  <a:lnTo>
                    <a:pt x="0" y="492633"/>
                  </a:lnTo>
                  <a:lnTo>
                    <a:pt x="436704" y="54061"/>
                  </a:lnTo>
                  <a:lnTo>
                    <a:pt x="436704" y="0"/>
                  </a:lnTo>
                  <a:lnTo>
                    <a:pt x="0" y="4384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4794250" y="401341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0" y="438572"/>
                  </a:moveTo>
                  <a:lnTo>
                    <a:pt x="0" y="492634"/>
                  </a:lnTo>
                  <a:lnTo>
                    <a:pt x="436704" y="54061"/>
                  </a:lnTo>
                  <a:lnTo>
                    <a:pt x="436704" y="0"/>
                  </a:lnTo>
                  <a:lnTo>
                    <a:pt x="0" y="4385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4794250" y="4137594"/>
              <a:ext cx="436703" cy="492633"/>
            </a:xfrm>
            <a:custGeom>
              <a:rect b="b" l="l" r="r" t="t"/>
              <a:pathLst>
                <a:path extrusionOk="0" h="492633" w="436703">
                  <a:moveTo>
                    <a:pt x="0" y="438572"/>
                  </a:moveTo>
                  <a:lnTo>
                    <a:pt x="0" y="492633"/>
                  </a:lnTo>
                  <a:lnTo>
                    <a:pt x="436704" y="54156"/>
                  </a:lnTo>
                  <a:lnTo>
                    <a:pt x="436704" y="0"/>
                  </a:lnTo>
                  <a:lnTo>
                    <a:pt x="0" y="4385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4806317" y="4261773"/>
              <a:ext cx="424636" cy="426505"/>
            </a:xfrm>
            <a:custGeom>
              <a:rect b="b" l="l" r="r" t="t"/>
              <a:pathLst>
                <a:path extrusionOk="0" h="426505" w="424636">
                  <a:moveTo>
                    <a:pt x="0" y="426506"/>
                  </a:moveTo>
                  <a:lnTo>
                    <a:pt x="53875" y="426506"/>
                  </a:lnTo>
                  <a:lnTo>
                    <a:pt x="424637" y="54061"/>
                  </a:lnTo>
                  <a:lnTo>
                    <a:pt x="424637" y="0"/>
                  </a:lnTo>
                  <a:lnTo>
                    <a:pt x="0" y="4265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4929936" y="4385953"/>
              <a:ext cx="301017" cy="302325"/>
            </a:xfrm>
            <a:custGeom>
              <a:rect b="b" l="l" r="r" t="t"/>
              <a:pathLst>
                <a:path extrusionOk="0" h="302325" w="301017">
                  <a:moveTo>
                    <a:pt x="0" y="302326"/>
                  </a:moveTo>
                  <a:lnTo>
                    <a:pt x="53875" y="302326"/>
                  </a:lnTo>
                  <a:lnTo>
                    <a:pt x="301018" y="54156"/>
                  </a:lnTo>
                  <a:lnTo>
                    <a:pt x="301018" y="0"/>
                  </a:lnTo>
                  <a:lnTo>
                    <a:pt x="0" y="3023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5053554" y="4510133"/>
              <a:ext cx="177399" cy="178146"/>
            </a:xfrm>
            <a:custGeom>
              <a:rect b="b" l="l" r="r" t="t"/>
              <a:pathLst>
                <a:path extrusionOk="0" h="178146" w="177399">
                  <a:moveTo>
                    <a:pt x="0" y="178146"/>
                  </a:moveTo>
                  <a:lnTo>
                    <a:pt x="53875" y="178146"/>
                  </a:lnTo>
                  <a:lnTo>
                    <a:pt x="177399" y="54157"/>
                  </a:lnTo>
                  <a:lnTo>
                    <a:pt x="177399" y="0"/>
                  </a:lnTo>
                  <a:lnTo>
                    <a:pt x="0" y="178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85" name="Google Shape;185;p9"/>
          <p:cNvSpPr txBox="1"/>
          <p:nvPr>
            <p:ph type="title"/>
          </p:nvPr>
        </p:nvSpPr>
        <p:spPr>
          <a:xfrm>
            <a:off x="2549400" y="1509325"/>
            <a:ext cx="4045200" cy="8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6" name="Google Shape;186;p9"/>
          <p:cNvSpPr txBox="1"/>
          <p:nvPr>
            <p:ph idx="1" type="subTitle"/>
          </p:nvPr>
        </p:nvSpPr>
        <p:spPr>
          <a:xfrm>
            <a:off x="2549400" y="2399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187" name="Google Shape;187;p9"/>
          <p:cNvGrpSpPr/>
          <p:nvPr/>
        </p:nvGrpSpPr>
        <p:grpSpPr>
          <a:xfrm>
            <a:off x="383975" y="4834938"/>
            <a:ext cx="469100" cy="125100"/>
            <a:chOff x="4540000" y="294675"/>
            <a:chExt cx="469100" cy="125100"/>
          </a:xfrm>
        </p:grpSpPr>
        <p:sp>
          <p:nvSpPr>
            <p:cNvPr id="188" name="Google Shape;188;p9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191" name="Google Shape;191;p9"/>
          <p:cNvGrpSpPr/>
          <p:nvPr/>
        </p:nvGrpSpPr>
        <p:grpSpPr>
          <a:xfrm>
            <a:off x="88697" y="128478"/>
            <a:ext cx="9605028" cy="1375911"/>
            <a:chOff x="88697" y="128478"/>
            <a:chExt cx="9605028" cy="1375911"/>
          </a:xfrm>
        </p:grpSpPr>
        <p:grpSp>
          <p:nvGrpSpPr>
            <p:cNvPr id="192" name="Google Shape;192;p9"/>
            <p:cNvGrpSpPr/>
            <p:nvPr/>
          </p:nvGrpSpPr>
          <p:grpSpPr>
            <a:xfrm>
              <a:off x="88697" y="128478"/>
              <a:ext cx="633676" cy="822037"/>
              <a:chOff x="6758847" y="-1673422"/>
              <a:chExt cx="633676" cy="822037"/>
            </a:xfrm>
          </p:grpSpPr>
          <p:sp>
            <p:nvSpPr>
              <p:cNvPr id="193" name="Google Shape;193;p9"/>
              <p:cNvSpPr/>
              <p:nvPr/>
            </p:nvSpPr>
            <p:spPr>
              <a:xfrm>
                <a:off x="6758847" y="-1673422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6758847" y="-1298033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" name="Google Shape;195;p9"/>
            <p:cNvGrpSpPr/>
            <p:nvPr/>
          </p:nvGrpSpPr>
          <p:grpSpPr>
            <a:xfrm>
              <a:off x="8614625" y="425289"/>
              <a:ext cx="1079100" cy="1079100"/>
              <a:chOff x="8359400" y="1569464"/>
              <a:chExt cx="1079100" cy="1079100"/>
            </a:xfrm>
          </p:grpSpPr>
          <p:sp>
            <p:nvSpPr>
              <p:cNvPr id="196" name="Google Shape;196;p9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10"/>
          <p:cNvSpPr txBox="1"/>
          <p:nvPr>
            <p:ph type="title"/>
          </p:nvPr>
        </p:nvSpPr>
        <p:spPr>
          <a:xfrm>
            <a:off x="4974925" y="3651550"/>
            <a:ext cx="3446700" cy="7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11" name="Google Shape;211;p11"/>
          <p:cNvSpPr txBox="1"/>
          <p:nvPr>
            <p:ph hasCustomPrompt="1" type="title"/>
          </p:nvPr>
        </p:nvSpPr>
        <p:spPr>
          <a:xfrm>
            <a:off x="3250700" y="1772588"/>
            <a:ext cx="2642400" cy="113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2" name="Google Shape;212;p11"/>
          <p:cNvSpPr txBox="1"/>
          <p:nvPr>
            <p:ph idx="1" type="subTitle"/>
          </p:nvPr>
        </p:nvSpPr>
        <p:spPr>
          <a:xfrm>
            <a:off x="2138450" y="2909288"/>
            <a:ext cx="4866900" cy="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3" name="Google Shape;213;p11"/>
          <p:cNvGrpSpPr/>
          <p:nvPr/>
        </p:nvGrpSpPr>
        <p:grpSpPr>
          <a:xfrm>
            <a:off x="5179575" y="167875"/>
            <a:ext cx="469100" cy="125100"/>
            <a:chOff x="4540000" y="294675"/>
            <a:chExt cx="469100" cy="125100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5" name="Google Shape;215;p11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grpSp>
        <p:nvGrpSpPr>
          <p:cNvPr id="217" name="Google Shape;217;p11"/>
          <p:cNvGrpSpPr/>
          <p:nvPr/>
        </p:nvGrpSpPr>
        <p:grpSpPr>
          <a:xfrm>
            <a:off x="389805" y="382833"/>
            <a:ext cx="469058" cy="448115"/>
            <a:chOff x="5348931" y="2165350"/>
            <a:chExt cx="962763" cy="919776"/>
          </a:xfrm>
        </p:grpSpPr>
        <p:sp>
          <p:nvSpPr>
            <p:cNvPr id="218" name="Google Shape;218;p11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11"/>
          <p:cNvGrpSpPr/>
          <p:nvPr/>
        </p:nvGrpSpPr>
        <p:grpSpPr>
          <a:xfrm>
            <a:off x="8547556" y="4169015"/>
            <a:ext cx="264435" cy="665216"/>
            <a:chOff x="8625081" y="258015"/>
            <a:chExt cx="264435" cy="665216"/>
          </a:xfrm>
        </p:grpSpPr>
        <p:sp>
          <p:nvSpPr>
            <p:cNvPr id="249" name="Google Shape;249;p11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4" name="Google Shape;254;p13"/>
          <p:cNvSpPr txBox="1"/>
          <p:nvPr>
            <p:ph hasCustomPrompt="1" type="title"/>
          </p:nvPr>
        </p:nvSpPr>
        <p:spPr>
          <a:xfrm>
            <a:off x="2544263" y="1701725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2" type="title"/>
          </p:nvPr>
        </p:nvSpPr>
        <p:spPr>
          <a:xfrm>
            <a:off x="6000958" y="1701725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3" type="title"/>
          </p:nvPr>
        </p:nvSpPr>
        <p:spPr>
          <a:xfrm>
            <a:off x="2544263" y="3551250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4" type="title"/>
          </p:nvPr>
        </p:nvSpPr>
        <p:spPr>
          <a:xfrm>
            <a:off x="6000958" y="3551250"/>
            <a:ext cx="5664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idx="1" type="subTitle"/>
          </p:nvPr>
        </p:nvSpPr>
        <p:spPr>
          <a:xfrm>
            <a:off x="1502813" y="2156150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9" name="Google Shape;259;p13"/>
          <p:cNvSpPr txBox="1"/>
          <p:nvPr>
            <p:ph idx="5" type="subTitle"/>
          </p:nvPr>
        </p:nvSpPr>
        <p:spPr>
          <a:xfrm>
            <a:off x="4959508" y="2156150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0" name="Google Shape;260;p13"/>
          <p:cNvSpPr txBox="1"/>
          <p:nvPr>
            <p:ph idx="6" type="subTitle"/>
          </p:nvPr>
        </p:nvSpPr>
        <p:spPr>
          <a:xfrm>
            <a:off x="1502813" y="4005675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1" name="Google Shape;261;p13"/>
          <p:cNvSpPr txBox="1"/>
          <p:nvPr>
            <p:ph idx="7" type="subTitle"/>
          </p:nvPr>
        </p:nvSpPr>
        <p:spPr>
          <a:xfrm>
            <a:off x="4959508" y="4005675"/>
            <a:ext cx="26493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lus Jakarta Sans"/>
              <a:buNone/>
              <a:defRPr b="1" sz="16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2" name="Google Shape;262;p13"/>
          <p:cNvSpPr txBox="1"/>
          <p:nvPr>
            <p:ph idx="8"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63" name="Google Shape;263;p13"/>
          <p:cNvGrpSpPr/>
          <p:nvPr/>
        </p:nvGrpSpPr>
        <p:grpSpPr>
          <a:xfrm>
            <a:off x="-428075" y="110513"/>
            <a:ext cx="9242538" cy="4723723"/>
            <a:chOff x="-428075" y="110513"/>
            <a:chExt cx="9242538" cy="4723723"/>
          </a:xfrm>
        </p:grpSpPr>
        <p:grpSp>
          <p:nvGrpSpPr>
            <p:cNvPr id="264" name="Google Shape;264;p13"/>
            <p:cNvGrpSpPr/>
            <p:nvPr/>
          </p:nvGrpSpPr>
          <p:grpSpPr>
            <a:xfrm>
              <a:off x="-428075" y="2429114"/>
              <a:ext cx="1079100" cy="1079100"/>
              <a:chOff x="8359400" y="1569464"/>
              <a:chExt cx="1079100" cy="1079100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275" name="Google Shape;275;p13"/>
            <p:cNvGrpSpPr/>
            <p:nvPr/>
          </p:nvGrpSpPr>
          <p:grpSpPr>
            <a:xfrm>
              <a:off x="5718835" y="110513"/>
              <a:ext cx="2095205" cy="350538"/>
              <a:chOff x="1550610" y="4704238"/>
              <a:chExt cx="2095205" cy="350538"/>
            </a:xfrm>
          </p:grpSpPr>
          <p:grpSp>
            <p:nvGrpSpPr>
              <p:cNvPr id="276" name="Google Shape;276;p13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277" name="Google Shape;277;p1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278" name="Google Shape;278;p13"/>
                <p:cNvCxnSpPr>
                  <a:stCxn id="277" idx="6"/>
                  <a:endCxn id="27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9" name="Google Shape;279;p1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280" name="Google Shape;280;p13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281" name="Google Shape;281;p13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282" name="Google Shape;282;p13"/>
                <p:cNvCxnSpPr>
                  <a:stCxn id="281" idx="6"/>
                  <a:endCxn id="28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3" name="Google Shape;283;p13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  <p:grpSp>
          <p:nvGrpSpPr>
            <p:cNvPr id="284" name="Google Shape;284;p13"/>
            <p:cNvGrpSpPr/>
            <p:nvPr/>
          </p:nvGrpSpPr>
          <p:grpSpPr>
            <a:xfrm>
              <a:off x="8345405" y="4386121"/>
              <a:ext cx="469058" cy="448115"/>
              <a:chOff x="5348931" y="2165350"/>
              <a:chExt cx="962763" cy="919776"/>
            </a:xfrm>
          </p:grpSpPr>
          <p:sp>
            <p:nvSpPr>
              <p:cNvPr id="285" name="Google Shape;285;p13"/>
              <p:cNvSpPr/>
              <p:nvPr/>
            </p:nvSpPr>
            <p:spPr>
              <a:xfrm>
                <a:off x="5801538" y="2181881"/>
                <a:ext cx="67652" cy="400662"/>
              </a:xfrm>
              <a:custGeom>
                <a:rect b="b" l="l" r="r" t="t"/>
                <a:pathLst>
                  <a:path extrusionOk="0" h="400662" w="67652">
                    <a:moveTo>
                      <a:pt x="0" y="400663"/>
                    </a:moveTo>
                    <a:lnTo>
                      <a:pt x="67653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5852753" y="2165350"/>
                <a:ext cx="33066" cy="33063"/>
              </a:xfrm>
              <a:custGeom>
                <a:rect b="b" l="l" r="r" t="t"/>
                <a:pathLst>
                  <a:path extrusionOk="0" h="33063" w="33066">
                    <a:moveTo>
                      <a:pt x="33066" y="16532"/>
                    </a:moveTo>
                    <a:cubicBezTo>
                      <a:pt x="33066" y="7411"/>
                      <a:pt x="25655" y="0"/>
                      <a:pt x="16533" y="0"/>
                    </a:cubicBezTo>
                    <a:cubicBezTo>
                      <a:pt x="7411" y="0"/>
                      <a:pt x="0" y="7411"/>
                      <a:pt x="0" y="16532"/>
                    </a:cubicBezTo>
                    <a:cubicBezTo>
                      <a:pt x="0" y="25653"/>
                      <a:pt x="7411" y="33064"/>
                      <a:pt x="16533" y="33064"/>
                    </a:cubicBezTo>
                    <a:cubicBezTo>
                      <a:pt x="25655" y="33064"/>
                      <a:pt x="33066" y="25653"/>
                      <a:pt x="33066" y="16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5365499" y="2582544"/>
                <a:ext cx="436038" cy="31828"/>
              </a:xfrm>
              <a:custGeom>
                <a:rect b="b" l="l" r="r" t="t"/>
                <a:pathLst>
                  <a:path extrusionOk="0" h="31828" w="436038">
                    <a:moveTo>
                      <a:pt x="436039" y="0"/>
                    </a:moveTo>
                    <a:lnTo>
                      <a:pt x="0" y="318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5348931" y="2597710"/>
                <a:ext cx="33137" cy="33134"/>
              </a:xfrm>
              <a:custGeom>
                <a:rect b="b" l="l" r="r" t="t"/>
                <a:pathLst>
                  <a:path extrusionOk="0" h="33134" w="33137">
                    <a:moveTo>
                      <a:pt x="14478" y="33004"/>
                    </a:moveTo>
                    <a:cubicBezTo>
                      <a:pt x="5452" y="31864"/>
                      <a:pt x="-1010" y="23598"/>
                      <a:pt x="130" y="14477"/>
                    </a:cubicBezTo>
                    <a:cubicBezTo>
                      <a:pt x="1271" y="5451"/>
                      <a:pt x="9537" y="-1010"/>
                      <a:pt x="18659" y="130"/>
                    </a:cubicBezTo>
                    <a:cubicBezTo>
                      <a:pt x="27686" y="1271"/>
                      <a:pt x="34147" y="9537"/>
                      <a:pt x="33007" y="18658"/>
                    </a:cubicBezTo>
                    <a:cubicBezTo>
                      <a:pt x="31867" y="27684"/>
                      <a:pt x="23600" y="34144"/>
                      <a:pt x="14478" y="330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5373766" y="2582544"/>
                <a:ext cx="427772" cy="271827"/>
              </a:xfrm>
              <a:custGeom>
                <a:rect b="b" l="l" r="r" t="t"/>
                <a:pathLst>
                  <a:path extrusionOk="0" h="271827" w="427772">
                    <a:moveTo>
                      <a:pt x="427772" y="0"/>
                    </a:moveTo>
                    <a:lnTo>
                      <a:pt x="0" y="271827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5357189" y="2837795"/>
                <a:ext cx="33059" cy="33152"/>
              </a:xfrm>
              <a:custGeom>
                <a:rect b="b" l="l" r="r" t="t"/>
                <a:pathLst>
                  <a:path extrusionOk="0" h="33152" w="33059">
                    <a:moveTo>
                      <a:pt x="2134" y="8405"/>
                    </a:moveTo>
                    <a:cubicBezTo>
                      <a:pt x="-2331" y="16386"/>
                      <a:pt x="424" y="26457"/>
                      <a:pt x="8406" y="31018"/>
                    </a:cubicBezTo>
                    <a:cubicBezTo>
                      <a:pt x="16387" y="35483"/>
                      <a:pt x="26459" y="32728"/>
                      <a:pt x="30925" y="24747"/>
                    </a:cubicBezTo>
                    <a:cubicBezTo>
                      <a:pt x="35391" y="16766"/>
                      <a:pt x="32635" y="6695"/>
                      <a:pt x="24654" y="2134"/>
                    </a:cubicBezTo>
                    <a:cubicBezTo>
                      <a:pt x="16672" y="-2331"/>
                      <a:pt x="6600" y="424"/>
                      <a:pt x="2134" y="84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5801538" y="2582544"/>
                <a:ext cx="284959" cy="452918"/>
              </a:xfrm>
              <a:custGeom>
                <a:rect b="b" l="l" r="r" t="t"/>
                <a:pathLst>
                  <a:path extrusionOk="0" h="452918" w="284959">
                    <a:moveTo>
                      <a:pt x="0" y="0"/>
                    </a:moveTo>
                    <a:lnTo>
                      <a:pt x="284960" y="45291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6069898" y="3018864"/>
                <a:ext cx="33105" cy="33102"/>
              </a:xfrm>
              <a:custGeom>
                <a:rect b="b" l="l" r="r" t="t"/>
                <a:pathLst>
                  <a:path extrusionOk="0" h="33102" w="33105">
                    <a:moveTo>
                      <a:pt x="3868" y="27145"/>
                    </a:moveTo>
                    <a:cubicBezTo>
                      <a:pt x="9759" y="34176"/>
                      <a:pt x="20116" y="35126"/>
                      <a:pt x="27147" y="29235"/>
                    </a:cubicBezTo>
                    <a:cubicBezTo>
                      <a:pt x="34179" y="23345"/>
                      <a:pt x="35129" y="12988"/>
                      <a:pt x="29238" y="5958"/>
                    </a:cubicBezTo>
                    <a:cubicBezTo>
                      <a:pt x="23346" y="-1073"/>
                      <a:pt x="12894" y="-2023"/>
                      <a:pt x="5958" y="3867"/>
                    </a:cubicBezTo>
                    <a:cubicBezTo>
                      <a:pt x="-1073" y="9758"/>
                      <a:pt x="-2024" y="20209"/>
                      <a:pt x="3868" y="27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5558671" y="2582544"/>
                <a:ext cx="242866" cy="485982"/>
              </a:xfrm>
              <a:custGeom>
                <a:rect b="b" l="l" r="r" t="t"/>
                <a:pathLst>
                  <a:path extrusionOk="0" h="485982" w="242866">
                    <a:moveTo>
                      <a:pt x="242867" y="0"/>
                    </a:moveTo>
                    <a:lnTo>
                      <a:pt x="0" y="4859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5542111" y="3051927"/>
                <a:ext cx="33161" cy="33199"/>
              </a:xfrm>
              <a:custGeom>
                <a:rect b="b" l="l" r="r" t="t"/>
                <a:pathLst>
                  <a:path extrusionOk="0" h="33199" w="33161">
                    <a:moveTo>
                      <a:pt x="31668" y="23441"/>
                    </a:moveTo>
                    <a:cubicBezTo>
                      <a:pt x="27867" y="31802"/>
                      <a:pt x="18081" y="35507"/>
                      <a:pt x="9719" y="31707"/>
                    </a:cubicBezTo>
                    <a:cubicBezTo>
                      <a:pt x="1357" y="27906"/>
                      <a:pt x="-2253" y="18120"/>
                      <a:pt x="1452" y="9759"/>
                    </a:cubicBezTo>
                    <a:cubicBezTo>
                      <a:pt x="5253" y="1398"/>
                      <a:pt x="15040" y="-2307"/>
                      <a:pt x="23402" y="1493"/>
                    </a:cubicBezTo>
                    <a:cubicBezTo>
                      <a:pt x="31763" y="5294"/>
                      <a:pt x="35469" y="15080"/>
                      <a:pt x="31668" y="23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5801538" y="2582544"/>
                <a:ext cx="34586" cy="360282"/>
              </a:xfrm>
              <a:custGeom>
                <a:rect b="b" l="l" r="r" t="t"/>
                <a:pathLst>
                  <a:path extrusionOk="0" h="360282" w="34586">
                    <a:moveTo>
                      <a:pt x="0" y="0"/>
                    </a:moveTo>
                    <a:lnTo>
                      <a:pt x="34587" y="3602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5819494" y="2926292"/>
                <a:ext cx="33167" cy="33164"/>
              </a:xfrm>
              <a:custGeom>
                <a:rect b="b" l="l" r="r" t="t"/>
                <a:pathLst>
                  <a:path extrusionOk="0" h="33164" w="33167">
                    <a:moveTo>
                      <a:pt x="573" y="20905"/>
                    </a:moveTo>
                    <a:cubicBezTo>
                      <a:pt x="2948" y="29741"/>
                      <a:pt x="12070" y="34967"/>
                      <a:pt x="20907" y="32592"/>
                    </a:cubicBezTo>
                    <a:cubicBezTo>
                      <a:pt x="29744" y="30216"/>
                      <a:pt x="34970" y="21095"/>
                      <a:pt x="32594" y="12259"/>
                    </a:cubicBezTo>
                    <a:cubicBezTo>
                      <a:pt x="30219" y="3423"/>
                      <a:pt x="21097" y="-1802"/>
                      <a:pt x="12260" y="573"/>
                    </a:cubicBezTo>
                    <a:cubicBezTo>
                      <a:pt x="3424" y="2948"/>
                      <a:pt x="-1802" y="12069"/>
                      <a:pt x="573" y="209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5801538" y="2582544"/>
                <a:ext cx="301587" cy="163609"/>
              </a:xfrm>
              <a:custGeom>
                <a:rect b="b" l="l" r="r" t="t"/>
                <a:pathLst>
                  <a:path extrusionOk="0" h="163609" w="301587">
                    <a:moveTo>
                      <a:pt x="0" y="0"/>
                    </a:moveTo>
                    <a:lnTo>
                      <a:pt x="301588" y="16360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6086443" y="2729567"/>
                <a:ext cx="33157" cy="33077"/>
              </a:xfrm>
              <a:custGeom>
                <a:rect b="b" l="l" r="r" t="t"/>
                <a:pathLst>
                  <a:path extrusionOk="0" h="33077" w="33157">
                    <a:moveTo>
                      <a:pt x="27040" y="3665"/>
                    </a:moveTo>
                    <a:cubicBezTo>
                      <a:pt x="34166" y="9461"/>
                      <a:pt x="35211" y="19817"/>
                      <a:pt x="29415" y="26943"/>
                    </a:cubicBezTo>
                    <a:cubicBezTo>
                      <a:pt x="23619" y="34069"/>
                      <a:pt x="13262" y="35114"/>
                      <a:pt x="6136" y="29413"/>
                    </a:cubicBezTo>
                    <a:cubicBezTo>
                      <a:pt x="-991" y="23617"/>
                      <a:pt x="-2036" y="13261"/>
                      <a:pt x="3665" y="6135"/>
                    </a:cubicBezTo>
                    <a:cubicBezTo>
                      <a:pt x="9461" y="-991"/>
                      <a:pt x="19913" y="-2036"/>
                      <a:pt x="26945" y="36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5801538" y="2582544"/>
                <a:ext cx="493524" cy="75628"/>
              </a:xfrm>
              <a:custGeom>
                <a:rect b="b" l="l" r="r" t="t"/>
                <a:pathLst>
                  <a:path extrusionOk="0" h="75628" w="493524">
                    <a:moveTo>
                      <a:pt x="0" y="0"/>
                    </a:moveTo>
                    <a:lnTo>
                      <a:pt x="493525" y="756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6278620" y="2641627"/>
                <a:ext cx="33074" cy="33082"/>
              </a:xfrm>
              <a:custGeom>
                <a:rect b="b" l="l" r="r" t="t"/>
                <a:pathLst>
                  <a:path extrusionOk="0" h="33082" w="33074">
                    <a:moveTo>
                      <a:pt x="22143" y="32128"/>
                    </a:moveTo>
                    <a:cubicBezTo>
                      <a:pt x="30695" y="28993"/>
                      <a:pt x="35161" y="19492"/>
                      <a:pt x="32120" y="10941"/>
                    </a:cubicBezTo>
                    <a:cubicBezTo>
                      <a:pt x="28985" y="2295"/>
                      <a:pt x="19483" y="-2076"/>
                      <a:pt x="10931" y="964"/>
                    </a:cubicBezTo>
                    <a:cubicBezTo>
                      <a:pt x="2380" y="4100"/>
                      <a:pt x="-2086" y="13601"/>
                      <a:pt x="954" y="22152"/>
                    </a:cubicBezTo>
                    <a:cubicBezTo>
                      <a:pt x="4090" y="30703"/>
                      <a:pt x="13592" y="35169"/>
                      <a:pt x="22143" y="32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3"/>
              <p:cNvSpPr/>
              <p:nvPr/>
            </p:nvSpPr>
            <p:spPr>
              <a:xfrm>
                <a:off x="5801538" y="2522307"/>
                <a:ext cx="310329" cy="60237"/>
              </a:xfrm>
              <a:custGeom>
                <a:rect b="b" l="l" r="r" t="t"/>
                <a:pathLst>
                  <a:path extrusionOk="0" h="60237" w="310329">
                    <a:moveTo>
                      <a:pt x="0" y="60237"/>
                    </a:moveTo>
                    <a:lnTo>
                      <a:pt x="31033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3"/>
              <p:cNvSpPr/>
              <p:nvPr/>
            </p:nvSpPr>
            <p:spPr>
              <a:xfrm>
                <a:off x="6095279" y="2505815"/>
                <a:ext cx="33082" cy="33181"/>
              </a:xfrm>
              <a:custGeom>
                <a:rect b="b" l="l" r="r" t="t"/>
                <a:pathLst>
                  <a:path extrusionOk="0" h="33181" w="33082">
                    <a:moveTo>
                      <a:pt x="11647" y="720"/>
                    </a:moveTo>
                    <a:cubicBezTo>
                      <a:pt x="20389" y="-1940"/>
                      <a:pt x="29606" y="3000"/>
                      <a:pt x="32361" y="11741"/>
                    </a:cubicBezTo>
                    <a:cubicBezTo>
                      <a:pt x="35022" y="20483"/>
                      <a:pt x="30081" y="29794"/>
                      <a:pt x="21434" y="32454"/>
                    </a:cubicBezTo>
                    <a:cubicBezTo>
                      <a:pt x="12692" y="35114"/>
                      <a:pt x="3476" y="30269"/>
                      <a:pt x="720" y="21433"/>
                    </a:cubicBezTo>
                    <a:cubicBezTo>
                      <a:pt x="-1940" y="12692"/>
                      <a:pt x="3001" y="3380"/>
                      <a:pt x="11742" y="7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3"/>
              <p:cNvSpPr/>
              <p:nvPr/>
            </p:nvSpPr>
            <p:spPr>
              <a:xfrm>
                <a:off x="5801538" y="2334755"/>
                <a:ext cx="351757" cy="247789"/>
              </a:xfrm>
              <a:custGeom>
                <a:rect b="b" l="l" r="r" t="t"/>
                <a:pathLst>
                  <a:path extrusionOk="0" h="247789" w="351757">
                    <a:moveTo>
                      <a:pt x="0" y="247789"/>
                    </a:moveTo>
                    <a:lnTo>
                      <a:pt x="351758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3"/>
              <p:cNvSpPr/>
              <p:nvPr/>
            </p:nvSpPr>
            <p:spPr>
              <a:xfrm>
                <a:off x="6136778" y="2318143"/>
                <a:ext cx="33129" cy="33127"/>
              </a:xfrm>
              <a:custGeom>
                <a:rect b="b" l="l" r="r" t="t"/>
                <a:pathLst>
                  <a:path extrusionOk="0" h="33127" w="33129">
                    <a:moveTo>
                      <a:pt x="27539" y="28963"/>
                    </a:moveTo>
                    <a:cubicBezTo>
                      <a:pt x="34381" y="22882"/>
                      <a:pt x="35046" y="12431"/>
                      <a:pt x="28965" y="5590"/>
                    </a:cubicBezTo>
                    <a:cubicBezTo>
                      <a:pt x="22884" y="-1251"/>
                      <a:pt x="12432" y="-1916"/>
                      <a:pt x="5590" y="4165"/>
                    </a:cubicBezTo>
                    <a:cubicBezTo>
                      <a:pt x="-1251" y="10245"/>
                      <a:pt x="-1916" y="20697"/>
                      <a:pt x="4165" y="27537"/>
                    </a:cubicBezTo>
                    <a:cubicBezTo>
                      <a:pt x="10246" y="34378"/>
                      <a:pt x="20698" y="35043"/>
                      <a:pt x="27539" y="289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3"/>
              <p:cNvSpPr/>
              <p:nvPr/>
            </p:nvSpPr>
            <p:spPr>
              <a:xfrm>
                <a:off x="5801538" y="2318223"/>
                <a:ext cx="185380" cy="264321"/>
              </a:xfrm>
              <a:custGeom>
                <a:rect b="b" l="l" r="r" t="t"/>
                <a:pathLst>
                  <a:path extrusionOk="0" h="264321" w="185380">
                    <a:moveTo>
                      <a:pt x="0" y="264321"/>
                    </a:moveTo>
                    <a:lnTo>
                      <a:pt x="185381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5970434" y="2301644"/>
                <a:ext cx="33064" cy="33062"/>
              </a:xfrm>
              <a:custGeom>
                <a:rect b="b" l="l" r="r" t="t"/>
                <a:pathLst>
                  <a:path extrusionOk="0" h="33062" w="33064">
                    <a:moveTo>
                      <a:pt x="3277" y="6602"/>
                    </a:moveTo>
                    <a:cubicBezTo>
                      <a:pt x="8788" y="-713"/>
                      <a:pt x="19145" y="-2139"/>
                      <a:pt x="26462" y="3277"/>
                    </a:cubicBezTo>
                    <a:cubicBezTo>
                      <a:pt x="33778" y="8788"/>
                      <a:pt x="35203" y="19144"/>
                      <a:pt x="29787" y="26460"/>
                    </a:cubicBezTo>
                    <a:cubicBezTo>
                      <a:pt x="24276" y="33776"/>
                      <a:pt x="13919" y="35201"/>
                      <a:pt x="6603" y="29785"/>
                    </a:cubicBezTo>
                    <a:cubicBezTo>
                      <a:pt x="-713" y="24275"/>
                      <a:pt x="-2139" y="13918"/>
                      <a:pt x="3277" y="66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5751273" y="2429006"/>
                <a:ext cx="50264" cy="153538"/>
              </a:xfrm>
              <a:custGeom>
                <a:rect b="b" l="l" r="r" t="t"/>
                <a:pathLst>
                  <a:path extrusionOk="0" h="153538" w="50264">
                    <a:moveTo>
                      <a:pt x="50265" y="15353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3"/>
              <p:cNvSpPr/>
              <p:nvPr/>
            </p:nvSpPr>
            <p:spPr>
              <a:xfrm>
                <a:off x="5734608" y="2412437"/>
                <a:ext cx="33140" cy="33137"/>
              </a:xfrm>
              <a:custGeom>
                <a:rect b="b" l="l" r="r" t="t"/>
                <a:pathLst>
                  <a:path extrusionOk="0" h="33137" w="33140">
                    <a:moveTo>
                      <a:pt x="31393" y="9158"/>
                    </a:moveTo>
                    <a:cubicBezTo>
                      <a:pt x="27307" y="987"/>
                      <a:pt x="17330" y="-2338"/>
                      <a:pt x="9159" y="1747"/>
                    </a:cubicBezTo>
                    <a:cubicBezTo>
                      <a:pt x="987" y="5833"/>
                      <a:pt x="-2338" y="15809"/>
                      <a:pt x="1747" y="23980"/>
                    </a:cubicBezTo>
                    <a:cubicBezTo>
                      <a:pt x="5833" y="32151"/>
                      <a:pt x="15810" y="35476"/>
                      <a:pt x="23982" y="31391"/>
                    </a:cubicBezTo>
                    <a:cubicBezTo>
                      <a:pt x="32153" y="27305"/>
                      <a:pt x="35479" y="17329"/>
                      <a:pt x="31393" y="9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3"/>
              <p:cNvSpPr/>
              <p:nvPr/>
            </p:nvSpPr>
            <p:spPr>
              <a:xfrm>
                <a:off x="5645898" y="2364873"/>
                <a:ext cx="155639" cy="217670"/>
              </a:xfrm>
              <a:custGeom>
                <a:rect b="b" l="l" r="r" t="t"/>
                <a:pathLst>
                  <a:path extrusionOk="0" h="217670" w="155639">
                    <a:moveTo>
                      <a:pt x="155640" y="21767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3"/>
              <p:cNvSpPr/>
              <p:nvPr/>
            </p:nvSpPr>
            <p:spPr>
              <a:xfrm>
                <a:off x="5629348" y="2348230"/>
                <a:ext cx="33194" cy="33191"/>
              </a:xfrm>
              <a:custGeom>
                <a:rect b="b" l="l" r="r" t="t"/>
                <a:pathLst>
                  <a:path extrusionOk="0" h="33191" w="33194">
                    <a:moveTo>
                      <a:pt x="1347" y="23104"/>
                    </a:moveTo>
                    <a:cubicBezTo>
                      <a:pt x="-2264" y="14743"/>
                      <a:pt x="1632" y="4957"/>
                      <a:pt x="10088" y="1347"/>
                    </a:cubicBezTo>
                    <a:cubicBezTo>
                      <a:pt x="18545" y="-2264"/>
                      <a:pt x="28237" y="1632"/>
                      <a:pt x="31848" y="10088"/>
                    </a:cubicBezTo>
                    <a:cubicBezTo>
                      <a:pt x="35458" y="18449"/>
                      <a:pt x="31563" y="28235"/>
                      <a:pt x="23106" y="31845"/>
                    </a:cubicBezTo>
                    <a:cubicBezTo>
                      <a:pt x="14649" y="35456"/>
                      <a:pt x="4958" y="31560"/>
                      <a:pt x="1347" y="231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3"/>
              <p:cNvSpPr/>
              <p:nvPr/>
            </p:nvSpPr>
            <p:spPr>
              <a:xfrm>
                <a:off x="5484937" y="2281263"/>
                <a:ext cx="316600" cy="301280"/>
              </a:xfrm>
              <a:custGeom>
                <a:rect b="b" l="l" r="r" t="t"/>
                <a:pathLst>
                  <a:path extrusionOk="0" h="301280" w="316600">
                    <a:moveTo>
                      <a:pt x="316601" y="30128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3"/>
              <p:cNvSpPr/>
              <p:nvPr/>
            </p:nvSpPr>
            <p:spPr>
              <a:xfrm>
                <a:off x="5468369" y="2264696"/>
                <a:ext cx="33136" cy="33133"/>
              </a:xfrm>
              <a:custGeom>
                <a:rect b="b" l="l" r="r" t="t"/>
                <a:pathLst>
                  <a:path extrusionOk="0" h="33133" w="33136">
                    <a:moveTo>
                      <a:pt x="24360" y="1935"/>
                    </a:moveTo>
                    <a:cubicBezTo>
                      <a:pt x="16283" y="-2340"/>
                      <a:pt x="6211" y="700"/>
                      <a:pt x="1935" y="8776"/>
                    </a:cubicBezTo>
                    <a:cubicBezTo>
                      <a:pt x="-2341" y="16852"/>
                      <a:pt x="700" y="26828"/>
                      <a:pt x="8777" y="31199"/>
                    </a:cubicBezTo>
                    <a:cubicBezTo>
                      <a:pt x="16853" y="35474"/>
                      <a:pt x="26830" y="32434"/>
                      <a:pt x="31201" y="24358"/>
                    </a:cubicBezTo>
                    <a:cubicBezTo>
                      <a:pt x="35477" y="16282"/>
                      <a:pt x="32436" y="6306"/>
                      <a:pt x="24360" y="19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3"/>
              <p:cNvSpPr/>
              <p:nvPr/>
            </p:nvSpPr>
            <p:spPr>
              <a:xfrm>
                <a:off x="5451776" y="2462165"/>
                <a:ext cx="349762" cy="120379"/>
              </a:xfrm>
              <a:custGeom>
                <a:rect b="b" l="l" r="r" t="t"/>
                <a:pathLst>
                  <a:path extrusionOk="0" h="120379" w="349762">
                    <a:moveTo>
                      <a:pt x="349762" y="12037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3"/>
              <p:cNvSpPr/>
              <p:nvPr/>
            </p:nvSpPr>
            <p:spPr>
              <a:xfrm>
                <a:off x="5435266" y="2445562"/>
                <a:ext cx="33079" cy="33077"/>
              </a:xfrm>
              <a:custGeom>
                <a:rect b="b" l="l" r="r" t="t"/>
                <a:pathLst>
                  <a:path extrusionOk="0" h="33077" w="33079">
                    <a:moveTo>
                      <a:pt x="9193" y="31425"/>
                    </a:moveTo>
                    <a:cubicBezTo>
                      <a:pt x="1021" y="27339"/>
                      <a:pt x="-2304" y="17458"/>
                      <a:pt x="1687" y="9192"/>
                    </a:cubicBezTo>
                    <a:cubicBezTo>
                      <a:pt x="5772" y="1021"/>
                      <a:pt x="15654" y="-2304"/>
                      <a:pt x="23921" y="1686"/>
                    </a:cubicBezTo>
                    <a:cubicBezTo>
                      <a:pt x="32092" y="5772"/>
                      <a:pt x="35418" y="15653"/>
                      <a:pt x="31332" y="23919"/>
                    </a:cubicBezTo>
                    <a:cubicBezTo>
                      <a:pt x="27246" y="32090"/>
                      <a:pt x="17365" y="35415"/>
                      <a:pt x="9098" y="313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 txBox="1"/>
          <p:nvPr>
            <p:ph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7" name="Google Shape;317;p14"/>
          <p:cNvGrpSpPr/>
          <p:nvPr/>
        </p:nvGrpSpPr>
        <p:grpSpPr>
          <a:xfrm>
            <a:off x="5777960" y="94513"/>
            <a:ext cx="2095205" cy="350538"/>
            <a:chOff x="1550610" y="4704238"/>
            <a:chExt cx="2095205" cy="350538"/>
          </a:xfrm>
        </p:grpSpPr>
        <p:grpSp>
          <p:nvGrpSpPr>
            <p:cNvPr id="318" name="Google Shape;318;p14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319" name="Google Shape;319;p1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20" name="Google Shape;320;p14"/>
              <p:cNvCxnSpPr>
                <a:stCxn id="319" idx="6"/>
                <a:endCxn id="321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1" name="Google Shape;321;p1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22" name="Google Shape;322;p14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323" name="Google Shape;323;p14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24" name="Google Shape;324;p14"/>
              <p:cNvCxnSpPr>
                <a:stCxn id="323" idx="6"/>
                <a:endCxn id="325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5" name="Google Shape;325;p14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326" name="Google Shape;326;p14"/>
          <p:cNvGrpSpPr/>
          <p:nvPr/>
        </p:nvGrpSpPr>
        <p:grpSpPr>
          <a:xfrm>
            <a:off x="3" y="4"/>
            <a:ext cx="8886288" cy="4936602"/>
            <a:chOff x="3" y="4"/>
            <a:chExt cx="8886288" cy="4936602"/>
          </a:xfrm>
        </p:grpSpPr>
        <p:grpSp>
          <p:nvGrpSpPr>
            <p:cNvPr id="327" name="Google Shape;327;p14"/>
            <p:cNvGrpSpPr/>
            <p:nvPr/>
          </p:nvGrpSpPr>
          <p:grpSpPr>
            <a:xfrm>
              <a:off x="8621856" y="4271390"/>
              <a:ext cx="264435" cy="665216"/>
              <a:chOff x="8625081" y="258015"/>
              <a:chExt cx="264435" cy="665216"/>
            </a:xfrm>
          </p:grpSpPr>
          <p:sp>
            <p:nvSpPr>
              <p:cNvPr id="328" name="Google Shape;328;p14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 rot="10800000">
              <a:off x="3" y="4"/>
              <a:ext cx="436703" cy="923225"/>
              <a:chOff x="4794250" y="3765054"/>
              <a:chExt cx="436703" cy="923225"/>
            </a:xfrm>
          </p:grpSpPr>
          <p:sp>
            <p:nvSpPr>
              <p:cNvPr id="331" name="Google Shape;331;p14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/>
          <p:nvPr>
            <p:ph type="title"/>
          </p:nvPr>
        </p:nvSpPr>
        <p:spPr>
          <a:xfrm>
            <a:off x="722375" y="539500"/>
            <a:ext cx="378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15"/>
          <p:cNvSpPr txBox="1"/>
          <p:nvPr>
            <p:ph idx="1" type="subTitle"/>
          </p:nvPr>
        </p:nvSpPr>
        <p:spPr>
          <a:xfrm>
            <a:off x="722375" y="1062250"/>
            <a:ext cx="37812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15"/>
          <p:cNvSpPr/>
          <p:nvPr>
            <p:ph idx="2" type="pic"/>
          </p:nvPr>
        </p:nvSpPr>
        <p:spPr>
          <a:xfrm>
            <a:off x="5036700" y="231700"/>
            <a:ext cx="3849600" cy="4680000"/>
          </a:xfrm>
          <a:prstGeom prst="roundRect">
            <a:avLst>
              <a:gd fmla="val 5084" name="adj"/>
            </a:avLst>
          </a:prstGeom>
          <a:noFill/>
          <a:ln>
            <a:noFill/>
          </a:ln>
        </p:spPr>
      </p:sp>
      <p:sp>
        <p:nvSpPr>
          <p:cNvPr id="342" name="Google Shape;342;p15"/>
          <p:cNvSpPr/>
          <p:nvPr>
            <p:ph idx="3" type="pic"/>
          </p:nvPr>
        </p:nvSpPr>
        <p:spPr>
          <a:xfrm>
            <a:off x="237400" y="1843875"/>
            <a:ext cx="4574400" cy="3067800"/>
          </a:xfrm>
          <a:prstGeom prst="roundRect">
            <a:avLst>
              <a:gd fmla="val 5084" name="adj"/>
            </a:avLst>
          </a:prstGeom>
          <a:noFill/>
          <a:ln>
            <a:noFill/>
          </a:ln>
        </p:spPr>
      </p:sp>
      <p:grpSp>
        <p:nvGrpSpPr>
          <p:cNvPr id="343" name="Google Shape;343;p15"/>
          <p:cNvGrpSpPr/>
          <p:nvPr/>
        </p:nvGrpSpPr>
        <p:grpSpPr>
          <a:xfrm>
            <a:off x="237406" y="231690"/>
            <a:ext cx="264435" cy="665216"/>
            <a:chOff x="8625081" y="258015"/>
            <a:chExt cx="264435" cy="665216"/>
          </a:xfrm>
        </p:grpSpPr>
        <p:sp>
          <p:nvSpPr>
            <p:cNvPr id="344" name="Google Shape;344;p15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15"/>
          <p:cNvGrpSpPr/>
          <p:nvPr/>
        </p:nvGrpSpPr>
        <p:grpSpPr>
          <a:xfrm>
            <a:off x="2116735" y="94513"/>
            <a:ext cx="2095205" cy="350538"/>
            <a:chOff x="1550610" y="4704238"/>
            <a:chExt cx="2095205" cy="350538"/>
          </a:xfrm>
        </p:grpSpPr>
        <p:grpSp>
          <p:nvGrpSpPr>
            <p:cNvPr id="347" name="Google Shape;347;p15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348" name="Google Shape;348;p15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49" name="Google Shape;349;p15"/>
              <p:cNvCxnSpPr>
                <a:stCxn id="348" idx="6"/>
                <a:endCxn id="350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15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51" name="Google Shape;351;p15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352" name="Google Shape;352;p15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53" name="Google Shape;353;p15"/>
              <p:cNvCxnSpPr>
                <a:stCxn id="352" idx="6"/>
                <a:endCxn id="354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4" name="Google Shape;354;p15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16"/>
          <p:cNvSpPr txBox="1"/>
          <p:nvPr>
            <p:ph idx="1" type="body"/>
          </p:nvPr>
        </p:nvSpPr>
        <p:spPr>
          <a:xfrm>
            <a:off x="722375" y="1187600"/>
            <a:ext cx="38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16"/>
          <p:cNvSpPr txBox="1"/>
          <p:nvPr>
            <p:ph idx="2" type="body"/>
          </p:nvPr>
        </p:nvSpPr>
        <p:spPr>
          <a:xfrm>
            <a:off x="4612175" y="1187600"/>
            <a:ext cx="38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59" name="Google Shape;359;p16"/>
          <p:cNvGrpSpPr/>
          <p:nvPr/>
        </p:nvGrpSpPr>
        <p:grpSpPr>
          <a:xfrm>
            <a:off x="11" y="342890"/>
            <a:ext cx="8886280" cy="4800615"/>
            <a:chOff x="11" y="342890"/>
            <a:chExt cx="8886280" cy="4800615"/>
          </a:xfrm>
        </p:grpSpPr>
        <p:grpSp>
          <p:nvGrpSpPr>
            <p:cNvPr id="360" name="Google Shape;360;p16"/>
            <p:cNvGrpSpPr/>
            <p:nvPr/>
          </p:nvGrpSpPr>
          <p:grpSpPr>
            <a:xfrm>
              <a:off x="8621856" y="342890"/>
              <a:ext cx="264435" cy="665216"/>
              <a:chOff x="8625081" y="258015"/>
              <a:chExt cx="264435" cy="665216"/>
            </a:xfrm>
          </p:grpSpPr>
          <p:sp>
            <p:nvSpPr>
              <p:cNvPr id="361" name="Google Shape;361;p16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16"/>
            <p:cNvGrpSpPr/>
            <p:nvPr/>
          </p:nvGrpSpPr>
          <p:grpSpPr>
            <a:xfrm flipH="1">
              <a:off x="11" y="4220279"/>
              <a:ext cx="436703" cy="923225"/>
              <a:chOff x="4794250" y="3765054"/>
              <a:chExt cx="436703" cy="923225"/>
            </a:xfrm>
          </p:grpSpPr>
          <p:sp>
            <p:nvSpPr>
              <p:cNvPr id="364" name="Google Shape;364;p16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17"/>
          <p:cNvSpPr txBox="1"/>
          <p:nvPr>
            <p:ph idx="1" type="subTitle"/>
          </p:nvPr>
        </p:nvSpPr>
        <p:spPr>
          <a:xfrm>
            <a:off x="722325" y="2776546"/>
            <a:ext cx="23070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4" name="Google Shape;374;p17"/>
          <p:cNvSpPr txBox="1"/>
          <p:nvPr>
            <p:ph idx="2" type="subTitle"/>
          </p:nvPr>
        </p:nvSpPr>
        <p:spPr>
          <a:xfrm>
            <a:off x="3418501" y="2776546"/>
            <a:ext cx="23070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5" name="Google Shape;375;p17"/>
          <p:cNvSpPr txBox="1"/>
          <p:nvPr>
            <p:ph idx="3" type="subTitle"/>
          </p:nvPr>
        </p:nvSpPr>
        <p:spPr>
          <a:xfrm>
            <a:off x="6114675" y="2776546"/>
            <a:ext cx="23070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6" name="Google Shape;376;p17"/>
          <p:cNvSpPr txBox="1"/>
          <p:nvPr>
            <p:ph idx="4" type="subTitle"/>
          </p:nvPr>
        </p:nvSpPr>
        <p:spPr>
          <a:xfrm>
            <a:off x="722325" y="25056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77" name="Google Shape;377;p17"/>
          <p:cNvSpPr txBox="1"/>
          <p:nvPr>
            <p:ph idx="5" type="subTitle"/>
          </p:nvPr>
        </p:nvSpPr>
        <p:spPr>
          <a:xfrm>
            <a:off x="3418499" y="25056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78" name="Google Shape;378;p17"/>
          <p:cNvSpPr txBox="1"/>
          <p:nvPr>
            <p:ph idx="6" type="subTitle"/>
          </p:nvPr>
        </p:nvSpPr>
        <p:spPr>
          <a:xfrm>
            <a:off x="6114671" y="25056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379" name="Google Shape;379;p17"/>
          <p:cNvGrpSpPr/>
          <p:nvPr/>
        </p:nvGrpSpPr>
        <p:grpSpPr>
          <a:xfrm>
            <a:off x="6463310" y="94513"/>
            <a:ext cx="2095205" cy="350538"/>
            <a:chOff x="1550610" y="4704238"/>
            <a:chExt cx="2095205" cy="350538"/>
          </a:xfrm>
        </p:grpSpPr>
        <p:grpSp>
          <p:nvGrpSpPr>
            <p:cNvPr id="380" name="Google Shape;380;p17"/>
            <p:cNvGrpSpPr/>
            <p:nvPr/>
          </p:nvGrpSpPr>
          <p:grpSpPr>
            <a:xfrm>
              <a:off x="1550610" y="4929675"/>
              <a:ext cx="1502130" cy="125100"/>
              <a:chOff x="1550610" y="4929675"/>
              <a:chExt cx="1502130" cy="125100"/>
            </a:xfrm>
          </p:grpSpPr>
          <p:sp>
            <p:nvSpPr>
              <p:cNvPr id="381" name="Google Shape;381;p1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82" name="Google Shape;382;p17"/>
              <p:cNvCxnSpPr>
                <a:stCxn id="381" idx="6"/>
                <a:endCxn id="383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3" name="Google Shape;383;p1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384" name="Google Shape;384;p17"/>
            <p:cNvGrpSpPr/>
            <p:nvPr/>
          </p:nvGrpSpPr>
          <p:grpSpPr>
            <a:xfrm>
              <a:off x="2143685" y="4704238"/>
              <a:ext cx="1502130" cy="125100"/>
              <a:chOff x="1550610" y="4929675"/>
              <a:chExt cx="1502130" cy="125100"/>
            </a:xfrm>
          </p:grpSpPr>
          <p:sp>
            <p:nvSpPr>
              <p:cNvPr id="385" name="Google Shape;385;p17"/>
              <p:cNvSpPr/>
              <p:nvPr/>
            </p:nvSpPr>
            <p:spPr>
              <a:xfrm>
                <a:off x="155061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cxnSp>
            <p:nvCxnSpPr>
              <p:cNvPr id="386" name="Google Shape;386;p17"/>
              <p:cNvCxnSpPr>
                <a:stCxn id="385" idx="6"/>
                <a:endCxn id="387" idx="2"/>
              </p:cNvCxnSpPr>
              <p:nvPr/>
            </p:nvCxnSpPr>
            <p:spPr>
              <a:xfrm>
                <a:off x="1675710" y="4992225"/>
                <a:ext cx="1251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7" name="Google Shape;387;p17"/>
              <p:cNvSpPr/>
              <p:nvPr/>
            </p:nvSpPr>
            <p:spPr>
              <a:xfrm>
                <a:off x="2927640" y="4929675"/>
                <a:ext cx="125100" cy="125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388" name="Google Shape;388;p17"/>
          <p:cNvGrpSpPr/>
          <p:nvPr/>
        </p:nvGrpSpPr>
        <p:grpSpPr>
          <a:xfrm>
            <a:off x="1419575" y="4847875"/>
            <a:ext cx="469100" cy="125100"/>
            <a:chOff x="4540000" y="294675"/>
            <a:chExt cx="469100" cy="125100"/>
          </a:xfrm>
        </p:grpSpPr>
        <p:sp>
          <p:nvSpPr>
            <p:cNvPr id="389" name="Google Shape;389;p17"/>
            <p:cNvSpPr/>
            <p:nvPr/>
          </p:nvSpPr>
          <p:spPr>
            <a:xfrm rot="-5400000">
              <a:off x="45316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 rot="-5400000">
              <a:off x="47120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91" name="Google Shape;391;p17"/>
            <p:cNvSpPr/>
            <p:nvPr/>
          </p:nvSpPr>
          <p:spPr>
            <a:xfrm rot="-5400000">
              <a:off x="4892400" y="303075"/>
              <a:ext cx="125100" cy="1083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2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" type="subTitle"/>
          </p:nvPr>
        </p:nvSpPr>
        <p:spPr>
          <a:xfrm>
            <a:off x="3295500" y="1311700"/>
            <a:ext cx="3678300" cy="5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8"/>
          <p:cNvSpPr txBox="1"/>
          <p:nvPr>
            <p:ph idx="2" type="subTitle"/>
          </p:nvPr>
        </p:nvSpPr>
        <p:spPr>
          <a:xfrm>
            <a:off x="3295500" y="3643386"/>
            <a:ext cx="3678300" cy="5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6" name="Google Shape;396;p18"/>
          <p:cNvSpPr txBox="1"/>
          <p:nvPr>
            <p:ph idx="3" type="subTitle"/>
          </p:nvPr>
        </p:nvSpPr>
        <p:spPr>
          <a:xfrm>
            <a:off x="3295500" y="2477498"/>
            <a:ext cx="3678300" cy="5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7" name="Google Shape;397;p18"/>
          <p:cNvSpPr txBox="1"/>
          <p:nvPr>
            <p:ph idx="4" type="subTitle"/>
          </p:nvPr>
        </p:nvSpPr>
        <p:spPr>
          <a:xfrm>
            <a:off x="3295500" y="1711000"/>
            <a:ext cx="36783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8" name="Google Shape;398;p18"/>
          <p:cNvSpPr txBox="1"/>
          <p:nvPr>
            <p:ph idx="5" type="subTitle"/>
          </p:nvPr>
        </p:nvSpPr>
        <p:spPr>
          <a:xfrm>
            <a:off x="3295507" y="4042800"/>
            <a:ext cx="36783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9" name="Google Shape;399;p18"/>
          <p:cNvSpPr txBox="1"/>
          <p:nvPr>
            <p:ph idx="6" type="subTitle"/>
          </p:nvPr>
        </p:nvSpPr>
        <p:spPr>
          <a:xfrm>
            <a:off x="3295503" y="2876912"/>
            <a:ext cx="36783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400" name="Google Shape;400;p18"/>
          <p:cNvGrpSpPr/>
          <p:nvPr/>
        </p:nvGrpSpPr>
        <p:grpSpPr>
          <a:xfrm rot="-5400000">
            <a:off x="8329631" y="-92435"/>
            <a:ext cx="264435" cy="665216"/>
            <a:chOff x="8625081" y="258015"/>
            <a:chExt cx="264435" cy="665216"/>
          </a:xfrm>
        </p:grpSpPr>
        <p:sp>
          <p:nvSpPr>
            <p:cNvPr id="401" name="Google Shape;401;p18"/>
            <p:cNvSpPr/>
            <p:nvPr/>
          </p:nvSpPr>
          <p:spPr>
            <a:xfrm>
              <a:off x="8625081" y="258014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8625081" y="658815"/>
              <a:ext cx="264435" cy="264416"/>
            </a:xfrm>
            <a:custGeom>
              <a:rect b="b" l="l" r="r" t="t"/>
              <a:pathLst>
                <a:path extrusionOk="0" h="264416" w="264435">
                  <a:moveTo>
                    <a:pt x="132265" y="0"/>
                  </a:moveTo>
                  <a:lnTo>
                    <a:pt x="138442" y="69928"/>
                  </a:lnTo>
                  <a:cubicBezTo>
                    <a:pt x="141102" y="99762"/>
                    <a:pt x="164762" y="123515"/>
                    <a:pt x="194597" y="126080"/>
                  </a:cubicBezTo>
                  <a:lnTo>
                    <a:pt x="264436" y="132256"/>
                  </a:lnTo>
                  <a:lnTo>
                    <a:pt x="194597" y="138432"/>
                  </a:lnTo>
                  <a:cubicBezTo>
                    <a:pt x="164762" y="141092"/>
                    <a:pt x="141007" y="164750"/>
                    <a:pt x="138442" y="194583"/>
                  </a:cubicBezTo>
                  <a:lnTo>
                    <a:pt x="132265" y="264416"/>
                  </a:lnTo>
                  <a:lnTo>
                    <a:pt x="126089" y="194583"/>
                  </a:lnTo>
                  <a:cubicBezTo>
                    <a:pt x="123429" y="164750"/>
                    <a:pt x="99769" y="140997"/>
                    <a:pt x="69933" y="138432"/>
                  </a:cubicBezTo>
                  <a:lnTo>
                    <a:pt x="0" y="132256"/>
                  </a:lnTo>
                  <a:lnTo>
                    <a:pt x="69933" y="126080"/>
                  </a:lnTo>
                  <a:cubicBezTo>
                    <a:pt x="99769" y="123420"/>
                    <a:pt x="123429" y="99762"/>
                    <a:pt x="126089" y="69928"/>
                  </a:cubicBezTo>
                  <a:lnTo>
                    <a:pt x="1322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8"/>
          <p:cNvGrpSpPr/>
          <p:nvPr/>
        </p:nvGrpSpPr>
        <p:grpSpPr>
          <a:xfrm>
            <a:off x="-356736" y="3183072"/>
            <a:ext cx="9101226" cy="1902616"/>
            <a:chOff x="-356736" y="3183072"/>
            <a:chExt cx="9101226" cy="1902616"/>
          </a:xfrm>
        </p:grpSpPr>
        <p:grpSp>
          <p:nvGrpSpPr>
            <p:cNvPr id="404" name="Google Shape;404;p18"/>
            <p:cNvGrpSpPr/>
            <p:nvPr/>
          </p:nvGrpSpPr>
          <p:grpSpPr>
            <a:xfrm>
              <a:off x="-356736" y="3183072"/>
              <a:ext cx="1079100" cy="1079100"/>
              <a:chOff x="8359400" y="1569464"/>
              <a:chExt cx="1079100" cy="1079100"/>
            </a:xfrm>
          </p:grpSpPr>
          <p:sp>
            <p:nvSpPr>
              <p:cNvPr id="405" name="Google Shape;405;p18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6" name="Google Shape;406;p18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7" name="Google Shape;407;p18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09" name="Google Shape;409;p18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0" name="Google Shape;410;p18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415" name="Google Shape;415;p18"/>
            <p:cNvGrpSpPr/>
            <p:nvPr/>
          </p:nvGrpSpPr>
          <p:grpSpPr>
            <a:xfrm>
              <a:off x="6649285" y="4735150"/>
              <a:ext cx="2095205" cy="350538"/>
              <a:chOff x="1550610" y="4704238"/>
              <a:chExt cx="2095205" cy="350538"/>
            </a:xfrm>
          </p:grpSpPr>
          <p:grpSp>
            <p:nvGrpSpPr>
              <p:cNvPr id="416" name="Google Shape;416;p18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17" name="Google Shape;417;p18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18" name="Google Shape;418;p18"/>
                <p:cNvCxnSpPr>
                  <a:stCxn id="417" idx="6"/>
                  <a:endCxn id="41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9" name="Google Shape;419;p18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420" name="Google Shape;420;p18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21" name="Google Shape;421;p18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22" name="Google Shape;422;p18"/>
                <p:cNvCxnSpPr>
                  <a:stCxn id="421" idx="6"/>
                  <a:endCxn id="42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" name="Google Shape;423;p18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6" name="Google Shape;426;p19"/>
          <p:cNvSpPr txBox="1"/>
          <p:nvPr>
            <p:ph idx="1" type="subTitle"/>
          </p:nvPr>
        </p:nvSpPr>
        <p:spPr>
          <a:xfrm>
            <a:off x="1552639" y="1750924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19"/>
          <p:cNvSpPr txBox="1"/>
          <p:nvPr>
            <p:ph idx="2" type="subTitle"/>
          </p:nvPr>
        </p:nvSpPr>
        <p:spPr>
          <a:xfrm>
            <a:off x="5444860" y="1750924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8" name="Google Shape;428;p19"/>
          <p:cNvSpPr txBox="1"/>
          <p:nvPr>
            <p:ph idx="3" type="subTitle"/>
          </p:nvPr>
        </p:nvSpPr>
        <p:spPr>
          <a:xfrm>
            <a:off x="1552625" y="1480025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29" name="Google Shape;429;p19"/>
          <p:cNvSpPr txBox="1"/>
          <p:nvPr>
            <p:ph idx="4" type="subTitle"/>
          </p:nvPr>
        </p:nvSpPr>
        <p:spPr>
          <a:xfrm>
            <a:off x="5444859" y="1480025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30" name="Google Shape;430;p19"/>
          <p:cNvSpPr txBox="1"/>
          <p:nvPr>
            <p:ph idx="5" type="subTitle"/>
          </p:nvPr>
        </p:nvSpPr>
        <p:spPr>
          <a:xfrm>
            <a:off x="1552639" y="3441400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19"/>
          <p:cNvSpPr txBox="1"/>
          <p:nvPr>
            <p:ph idx="6" type="subTitle"/>
          </p:nvPr>
        </p:nvSpPr>
        <p:spPr>
          <a:xfrm>
            <a:off x="5444860" y="3441400"/>
            <a:ext cx="26844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19"/>
          <p:cNvSpPr txBox="1"/>
          <p:nvPr>
            <p:ph idx="7" type="subTitle"/>
          </p:nvPr>
        </p:nvSpPr>
        <p:spPr>
          <a:xfrm>
            <a:off x="1552625" y="3170501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33" name="Google Shape;433;p19"/>
          <p:cNvSpPr txBox="1"/>
          <p:nvPr>
            <p:ph idx="8" type="subTitle"/>
          </p:nvPr>
        </p:nvSpPr>
        <p:spPr>
          <a:xfrm>
            <a:off x="5444859" y="3170501"/>
            <a:ext cx="26844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434" name="Google Shape;434;p19"/>
          <p:cNvGrpSpPr/>
          <p:nvPr/>
        </p:nvGrpSpPr>
        <p:grpSpPr>
          <a:xfrm>
            <a:off x="3" y="107955"/>
            <a:ext cx="8794454" cy="5035549"/>
            <a:chOff x="3" y="107955"/>
            <a:chExt cx="8794454" cy="5035549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3" y="4220279"/>
              <a:ext cx="436703" cy="923225"/>
              <a:chOff x="4794250" y="3765054"/>
              <a:chExt cx="436703" cy="923225"/>
            </a:xfrm>
          </p:grpSpPr>
          <p:sp>
            <p:nvSpPr>
              <p:cNvPr id="436" name="Google Shape;436;p19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9"/>
            <p:cNvGrpSpPr/>
            <p:nvPr/>
          </p:nvGrpSpPr>
          <p:grpSpPr>
            <a:xfrm rot="-5400000">
              <a:off x="8329631" y="-92435"/>
              <a:ext cx="264435" cy="665216"/>
              <a:chOff x="8625081" y="258015"/>
              <a:chExt cx="264435" cy="665216"/>
            </a:xfrm>
          </p:grpSpPr>
          <p:sp>
            <p:nvSpPr>
              <p:cNvPr id="444" name="Google Shape;444;p19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8" name="Google Shape;448;p20"/>
          <p:cNvSpPr txBox="1"/>
          <p:nvPr>
            <p:ph idx="1" type="subTitle"/>
          </p:nvPr>
        </p:nvSpPr>
        <p:spPr>
          <a:xfrm>
            <a:off x="722375" y="3441376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9" name="Google Shape;449;p20"/>
          <p:cNvSpPr txBox="1"/>
          <p:nvPr>
            <p:ph idx="2" type="subTitle"/>
          </p:nvPr>
        </p:nvSpPr>
        <p:spPr>
          <a:xfrm>
            <a:off x="3418550" y="3441376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20"/>
          <p:cNvSpPr txBox="1"/>
          <p:nvPr>
            <p:ph idx="3" type="subTitle"/>
          </p:nvPr>
        </p:nvSpPr>
        <p:spPr>
          <a:xfrm>
            <a:off x="6114725" y="3441376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1" name="Google Shape;451;p20"/>
          <p:cNvSpPr txBox="1"/>
          <p:nvPr>
            <p:ph idx="4" type="subTitle"/>
          </p:nvPr>
        </p:nvSpPr>
        <p:spPr>
          <a:xfrm>
            <a:off x="722375" y="3170475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2" name="Google Shape;452;p20"/>
          <p:cNvSpPr txBox="1"/>
          <p:nvPr>
            <p:ph idx="5" type="subTitle"/>
          </p:nvPr>
        </p:nvSpPr>
        <p:spPr>
          <a:xfrm>
            <a:off x="3418548" y="3170475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3" name="Google Shape;453;p20"/>
          <p:cNvSpPr txBox="1"/>
          <p:nvPr>
            <p:ph idx="6" type="subTitle"/>
          </p:nvPr>
        </p:nvSpPr>
        <p:spPr>
          <a:xfrm>
            <a:off x="6114721" y="3170475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4" name="Google Shape;454;p20"/>
          <p:cNvSpPr txBox="1"/>
          <p:nvPr>
            <p:ph idx="7" type="subTitle"/>
          </p:nvPr>
        </p:nvSpPr>
        <p:spPr>
          <a:xfrm>
            <a:off x="722375" y="1690851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5" name="Google Shape;455;p20"/>
          <p:cNvSpPr txBox="1"/>
          <p:nvPr>
            <p:ph idx="8" type="subTitle"/>
          </p:nvPr>
        </p:nvSpPr>
        <p:spPr>
          <a:xfrm>
            <a:off x="3418550" y="1690851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20"/>
          <p:cNvSpPr txBox="1"/>
          <p:nvPr>
            <p:ph idx="9" type="subTitle"/>
          </p:nvPr>
        </p:nvSpPr>
        <p:spPr>
          <a:xfrm>
            <a:off x="6114725" y="1690851"/>
            <a:ext cx="2307000" cy="8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7" name="Google Shape;457;p20"/>
          <p:cNvSpPr txBox="1"/>
          <p:nvPr>
            <p:ph idx="13" type="subTitle"/>
          </p:nvPr>
        </p:nvSpPr>
        <p:spPr>
          <a:xfrm>
            <a:off x="722375" y="14199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8" name="Google Shape;458;p20"/>
          <p:cNvSpPr txBox="1"/>
          <p:nvPr>
            <p:ph idx="14" type="subTitle"/>
          </p:nvPr>
        </p:nvSpPr>
        <p:spPr>
          <a:xfrm>
            <a:off x="3418548" y="14199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9" name="Google Shape;459;p20"/>
          <p:cNvSpPr txBox="1"/>
          <p:nvPr>
            <p:ph idx="15" type="subTitle"/>
          </p:nvPr>
        </p:nvSpPr>
        <p:spPr>
          <a:xfrm>
            <a:off x="6114721" y="1419950"/>
            <a:ext cx="2307000" cy="3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None/>
              <a:defRPr b="1"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grpSp>
        <p:nvGrpSpPr>
          <p:cNvPr id="460" name="Google Shape;460;p20"/>
          <p:cNvGrpSpPr/>
          <p:nvPr/>
        </p:nvGrpSpPr>
        <p:grpSpPr>
          <a:xfrm>
            <a:off x="342910" y="76203"/>
            <a:ext cx="9338104" cy="5597869"/>
            <a:chOff x="342910" y="76203"/>
            <a:chExt cx="9338104" cy="5597869"/>
          </a:xfrm>
        </p:grpSpPr>
        <p:grpSp>
          <p:nvGrpSpPr>
            <p:cNvPr id="461" name="Google Shape;461;p20"/>
            <p:cNvGrpSpPr/>
            <p:nvPr/>
          </p:nvGrpSpPr>
          <p:grpSpPr>
            <a:xfrm>
              <a:off x="8601914" y="4594972"/>
              <a:ext cx="1079100" cy="1079100"/>
              <a:chOff x="8359400" y="1569464"/>
              <a:chExt cx="1079100" cy="1079100"/>
            </a:xfrm>
          </p:grpSpPr>
          <p:sp>
            <p:nvSpPr>
              <p:cNvPr id="462" name="Google Shape;462;p20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472" name="Google Shape;472;p20"/>
            <p:cNvGrpSpPr/>
            <p:nvPr/>
          </p:nvGrpSpPr>
          <p:grpSpPr>
            <a:xfrm>
              <a:off x="8421572" y="76203"/>
              <a:ext cx="633676" cy="822037"/>
              <a:chOff x="6758847" y="2443353"/>
              <a:chExt cx="633676" cy="822037"/>
            </a:xfrm>
          </p:grpSpPr>
          <p:sp>
            <p:nvSpPr>
              <p:cNvPr id="473" name="Google Shape;473;p20"/>
              <p:cNvSpPr/>
              <p:nvPr/>
            </p:nvSpPr>
            <p:spPr>
              <a:xfrm>
                <a:off x="6758847" y="2443353"/>
                <a:ext cx="633676" cy="446553"/>
              </a:xfrm>
              <a:custGeom>
                <a:rect b="b" l="l" r="r" t="t"/>
                <a:pathLst>
                  <a:path extrusionOk="0" h="446553" w="633676">
                    <a:moveTo>
                      <a:pt x="316886" y="446553"/>
                    </a:moveTo>
                    <a:lnTo>
                      <a:pt x="316886" y="446553"/>
                    </a:lnTo>
                    <a:cubicBezTo>
                      <a:pt x="141862" y="446553"/>
                      <a:pt x="0" y="304701"/>
                      <a:pt x="0" y="129785"/>
                    </a:cubicBezTo>
                    <a:lnTo>
                      <a:pt x="0" y="0"/>
                    </a:lnTo>
                    <a:lnTo>
                      <a:pt x="633677" y="0"/>
                    </a:lnTo>
                    <a:lnTo>
                      <a:pt x="633677" y="129785"/>
                    </a:lnTo>
                    <a:cubicBezTo>
                      <a:pt x="633677" y="304796"/>
                      <a:pt x="491814" y="446553"/>
                      <a:pt x="316886" y="44655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6758847" y="2818742"/>
                <a:ext cx="633676" cy="446648"/>
              </a:xfrm>
              <a:custGeom>
                <a:rect b="b" l="l" r="r" t="t"/>
                <a:pathLst>
                  <a:path extrusionOk="0" h="446648" w="633676">
                    <a:moveTo>
                      <a:pt x="316886" y="0"/>
                    </a:moveTo>
                    <a:lnTo>
                      <a:pt x="316886" y="0"/>
                    </a:lnTo>
                    <a:cubicBezTo>
                      <a:pt x="141862" y="0"/>
                      <a:pt x="0" y="141852"/>
                      <a:pt x="0" y="316863"/>
                    </a:cubicBezTo>
                    <a:lnTo>
                      <a:pt x="0" y="446648"/>
                    </a:lnTo>
                    <a:lnTo>
                      <a:pt x="633677" y="446648"/>
                    </a:lnTo>
                    <a:lnTo>
                      <a:pt x="633677" y="316863"/>
                    </a:lnTo>
                    <a:cubicBezTo>
                      <a:pt x="633677" y="141852"/>
                      <a:pt x="491814" y="0"/>
                      <a:pt x="31688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20"/>
            <p:cNvGrpSpPr/>
            <p:nvPr/>
          </p:nvGrpSpPr>
          <p:grpSpPr>
            <a:xfrm>
              <a:off x="342910" y="4704238"/>
              <a:ext cx="2095205" cy="350538"/>
              <a:chOff x="1550610" y="4704238"/>
              <a:chExt cx="2095205" cy="350538"/>
            </a:xfrm>
          </p:grpSpPr>
          <p:grpSp>
            <p:nvGrpSpPr>
              <p:cNvPr id="476" name="Google Shape;476;p20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77" name="Google Shape;477;p20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78" name="Google Shape;478;p20"/>
                <p:cNvCxnSpPr>
                  <a:stCxn id="477" idx="6"/>
                  <a:endCxn id="47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" name="Google Shape;479;p20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480" name="Google Shape;480;p20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481" name="Google Shape;481;p20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482" name="Google Shape;482;p20"/>
                <p:cNvCxnSpPr>
                  <a:stCxn id="481" idx="6"/>
                  <a:endCxn id="48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3" name="Google Shape;483;p20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327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86" name="Google Shape;486;p21"/>
          <p:cNvSpPr txBox="1"/>
          <p:nvPr>
            <p:ph idx="1" type="subTitle"/>
          </p:nvPr>
        </p:nvSpPr>
        <p:spPr>
          <a:xfrm>
            <a:off x="2433600" y="1354481"/>
            <a:ext cx="42768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7" name="Google Shape;487;p21"/>
          <p:cNvSpPr txBox="1"/>
          <p:nvPr>
            <p:ph hasCustomPrompt="1" type="title"/>
          </p:nvPr>
        </p:nvSpPr>
        <p:spPr>
          <a:xfrm>
            <a:off x="3264852" y="666172"/>
            <a:ext cx="26148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8" name="Google Shape;488;p21"/>
          <p:cNvSpPr txBox="1"/>
          <p:nvPr>
            <p:ph idx="2" type="subTitle"/>
          </p:nvPr>
        </p:nvSpPr>
        <p:spPr>
          <a:xfrm>
            <a:off x="2433600" y="2754483"/>
            <a:ext cx="42768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9" name="Google Shape;489;p21"/>
          <p:cNvSpPr txBox="1"/>
          <p:nvPr>
            <p:ph hasCustomPrompt="1" idx="3" type="title"/>
          </p:nvPr>
        </p:nvSpPr>
        <p:spPr>
          <a:xfrm>
            <a:off x="3264852" y="2066223"/>
            <a:ext cx="26148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0" name="Google Shape;490;p21"/>
          <p:cNvSpPr txBox="1"/>
          <p:nvPr>
            <p:ph idx="4" type="subTitle"/>
          </p:nvPr>
        </p:nvSpPr>
        <p:spPr>
          <a:xfrm>
            <a:off x="2433600" y="4154485"/>
            <a:ext cx="4276800" cy="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1"/>
          <p:cNvSpPr txBox="1"/>
          <p:nvPr>
            <p:ph hasCustomPrompt="1" idx="5" type="title"/>
          </p:nvPr>
        </p:nvSpPr>
        <p:spPr>
          <a:xfrm>
            <a:off x="3264852" y="3466273"/>
            <a:ext cx="26148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492" name="Google Shape;492;p21"/>
          <p:cNvGrpSpPr/>
          <p:nvPr/>
        </p:nvGrpSpPr>
        <p:grpSpPr>
          <a:xfrm>
            <a:off x="342906" y="258015"/>
            <a:ext cx="8801100" cy="4885490"/>
            <a:chOff x="342906" y="258015"/>
            <a:chExt cx="8801100" cy="4885490"/>
          </a:xfrm>
        </p:grpSpPr>
        <p:grpSp>
          <p:nvGrpSpPr>
            <p:cNvPr id="493" name="Google Shape;493;p21"/>
            <p:cNvGrpSpPr/>
            <p:nvPr/>
          </p:nvGrpSpPr>
          <p:grpSpPr>
            <a:xfrm>
              <a:off x="8707303" y="4220279"/>
              <a:ext cx="436703" cy="923225"/>
              <a:chOff x="4794250" y="3765054"/>
              <a:chExt cx="436703" cy="923225"/>
            </a:xfrm>
          </p:grpSpPr>
          <p:sp>
            <p:nvSpPr>
              <p:cNvPr id="494" name="Google Shape;494;p21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1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342906" y="258015"/>
              <a:ext cx="264435" cy="665216"/>
              <a:chOff x="8625081" y="258015"/>
              <a:chExt cx="264435" cy="665216"/>
            </a:xfrm>
          </p:grpSpPr>
          <p:sp>
            <p:nvSpPr>
              <p:cNvPr id="502" name="Google Shape;502;p21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4" name="Google Shape;504;p21"/>
          <p:cNvGrpSpPr/>
          <p:nvPr/>
        </p:nvGrpSpPr>
        <p:grpSpPr>
          <a:xfrm>
            <a:off x="389805" y="94513"/>
            <a:ext cx="7483360" cy="4659036"/>
            <a:chOff x="389805" y="94513"/>
            <a:chExt cx="7483360" cy="4659036"/>
          </a:xfrm>
        </p:grpSpPr>
        <p:grpSp>
          <p:nvGrpSpPr>
            <p:cNvPr id="505" name="Google Shape;505;p21"/>
            <p:cNvGrpSpPr/>
            <p:nvPr/>
          </p:nvGrpSpPr>
          <p:grpSpPr>
            <a:xfrm>
              <a:off x="5777960" y="94513"/>
              <a:ext cx="2095205" cy="350538"/>
              <a:chOff x="1550610" y="4704238"/>
              <a:chExt cx="2095205" cy="350538"/>
            </a:xfrm>
          </p:grpSpPr>
          <p:grpSp>
            <p:nvGrpSpPr>
              <p:cNvPr id="506" name="Google Shape;506;p21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07" name="Google Shape;507;p21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08" name="Google Shape;508;p21"/>
                <p:cNvCxnSpPr>
                  <a:stCxn id="507" idx="6"/>
                  <a:endCxn id="50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09" name="Google Shape;509;p21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510" name="Google Shape;510;p21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11" name="Google Shape;511;p21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12" name="Google Shape;512;p21"/>
                <p:cNvCxnSpPr>
                  <a:stCxn id="511" idx="6"/>
                  <a:endCxn id="513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13" name="Google Shape;513;p21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  <p:grpSp>
          <p:nvGrpSpPr>
            <p:cNvPr id="514" name="Google Shape;514;p21"/>
            <p:cNvGrpSpPr/>
            <p:nvPr/>
          </p:nvGrpSpPr>
          <p:grpSpPr>
            <a:xfrm>
              <a:off x="389805" y="4305433"/>
              <a:ext cx="469058" cy="448115"/>
              <a:chOff x="5348931" y="2165350"/>
              <a:chExt cx="962763" cy="919776"/>
            </a:xfrm>
          </p:grpSpPr>
          <p:sp>
            <p:nvSpPr>
              <p:cNvPr id="515" name="Google Shape;515;p21"/>
              <p:cNvSpPr/>
              <p:nvPr/>
            </p:nvSpPr>
            <p:spPr>
              <a:xfrm>
                <a:off x="5801538" y="2181881"/>
                <a:ext cx="67652" cy="400662"/>
              </a:xfrm>
              <a:custGeom>
                <a:rect b="b" l="l" r="r" t="t"/>
                <a:pathLst>
                  <a:path extrusionOk="0" h="400662" w="67652">
                    <a:moveTo>
                      <a:pt x="0" y="400663"/>
                    </a:moveTo>
                    <a:lnTo>
                      <a:pt x="67653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>
                <a:off x="5852753" y="2165350"/>
                <a:ext cx="33066" cy="33063"/>
              </a:xfrm>
              <a:custGeom>
                <a:rect b="b" l="l" r="r" t="t"/>
                <a:pathLst>
                  <a:path extrusionOk="0" h="33063" w="33066">
                    <a:moveTo>
                      <a:pt x="33066" y="16532"/>
                    </a:moveTo>
                    <a:cubicBezTo>
                      <a:pt x="33066" y="7411"/>
                      <a:pt x="25655" y="0"/>
                      <a:pt x="16533" y="0"/>
                    </a:cubicBezTo>
                    <a:cubicBezTo>
                      <a:pt x="7411" y="0"/>
                      <a:pt x="0" y="7411"/>
                      <a:pt x="0" y="16532"/>
                    </a:cubicBezTo>
                    <a:cubicBezTo>
                      <a:pt x="0" y="25653"/>
                      <a:pt x="7411" y="33064"/>
                      <a:pt x="16533" y="33064"/>
                    </a:cubicBezTo>
                    <a:cubicBezTo>
                      <a:pt x="25655" y="33064"/>
                      <a:pt x="33066" y="25653"/>
                      <a:pt x="33066" y="16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21"/>
              <p:cNvSpPr/>
              <p:nvPr/>
            </p:nvSpPr>
            <p:spPr>
              <a:xfrm>
                <a:off x="5365499" y="2582544"/>
                <a:ext cx="436038" cy="31828"/>
              </a:xfrm>
              <a:custGeom>
                <a:rect b="b" l="l" r="r" t="t"/>
                <a:pathLst>
                  <a:path extrusionOk="0" h="31828" w="436038">
                    <a:moveTo>
                      <a:pt x="436039" y="0"/>
                    </a:moveTo>
                    <a:lnTo>
                      <a:pt x="0" y="318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21"/>
              <p:cNvSpPr/>
              <p:nvPr/>
            </p:nvSpPr>
            <p:spPr>
              <a:xfrm>
                <a:off x="5348931" y="2597710"/>
                <a:ext cx="33137" cy="33134"/>
              </a:xfrm>
              <a:custGeom>
                <a:rect b="b" l="l" r="r" t="t"/>
                <a:pathLst>
                  <a:path extrusionOk="0" h="33134" w="33137">
                    <a:moveTo>
                      <a:pt x="14478" y="33004"/>
                    </a:moveTo>
                    <a:cubicBezTo>
                      <a:pt x="5452" y="31864"/>
                      <a:pt x="-1010" y="23598"/>
                      <a:pt x="130" y="14477"/>
                    </a:cubicBezTo>
                    <a:cubicBezTo>
                      <a:pt x="1271" y="5451"/>
                      <a:pt x="9537" y="-1010"/>
                      <a:pt x="18659" y="130"/>
                    </a:cubicBezTo>
                    <a:cubicBezTo>
                      <a:pt x="27686" y="1271"/>
                      <a:pt x="34147" y="9537"/>
                      <a:pt x="33007" y="18658"/>
                    </a:cubicBezTo>
                    <a:cubicBezTo>
                      <a:pt x="31867" y="27684"/>
                      <a:pt x="23600" y="34144"/>
                      <a:pt x="14478" y="330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>
                <a:off x="5373766" y="2582544"/>
                <a:ext cx="427772" cy="271827"/>
              </a:xfrm>
              <a:custGeom>
                <a:rect b="b" l="l" r="r" t="t"/>
                <a:pathLst>
                  <a:path extrusionOk="0" h="271827" w="427772">
                    <a:moveTo>
                      <a:pt x="427772" y="0"/>
                    </a:moveTo>
                    <a:lnTo>
                      <a:pt x="0" y="271827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1"/>
              <p:cNvSpPr/>
              <p:nvPr/>
            </p:nvSpPr>
            <p:spPr>
              <a:xfrm>
                <a:off x="5357189" y="2837795"/>
                <a:ext cx="33059" cy="33152"/>
              </a:xfrm>
              <a:custGeom>
                <a:rect b="b" l="l" r="r" t="t"/>
                <a:pathLst>
                  <a:path extrusionOk="0" h="33152" w="33059">
                    <a:moveTo>
                      <a:pt x="2134" y="8405"/>
                    </a:moveTo>
                    <a:cubicBezTo>
                      <a:pt x="-2331" y="16386"/>
                      <a:pt x="424" y="26457"/>
                      <a:pt x="8406" y="31018"/>
                    </a:cubicBezTo>
                    <a:cubicBezTo>
                      <a:pt x="16387" y="35483"/>
                      <a:pt x="26459" y="32728"/>
                      <a:pt x="30925" y="24747"/>
                    </a:cubicBezTo>
                    <a:cubicBezTo>
                      <a:pt x="35391" y="16766"/>
                      <a:pt x="32635" y="6695"/>
                      <a:pt x="24654" y="2134"/>
                    </a:cubicBezTo>
                    <a:cubicBezTo>
                      <a:pt x="16672" y="-2331"/>
                      <a:pt x="6600" y="424"/>
                      <a:pt x="2134" y="84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>
                <a:off x="5801538" y="2582544"/>
                <a:ext cx="284959" cy="452918"/>
              </a:xfrm>
              <a:custGeom>
                <a:rect b="b" l="l" r="r" t="t"/>
                <a:pathLst>
                  <a:path extrusionOk="0" h="452918" w="284959">
                    <a:moveTo>
                      <a:pt x="0" y="0"/>
                    </a:moveTo>
                    <a:lnTo>
                      <a:pt x="284960" y="45291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21"/>
              <p:cNvSpPr/>
              <p:nvPr/>
            </p:nvSpPr>
            <p:spPr>
              <a:xfrm>
                <a:off x="6069898" y="3018864"/>
                <a:ext cx="33105" cy="33102"/>
              </a:xfrm>
              <a:custGeom>
                <a:rect b="b" l="l" r="r" t="t"/>
                <a:pathLst>
                  <a:path extrusionOk="0" h="33102" w="33105">
                    <a:moveTo>
                      <a:pt x="3868" y="27145"/>
                    </a:moveTo>
                    <a:cubicBezTo>
                      <a:pt x="9759" y="34176"/>
                      <a:pt x="20116" y="35126"/>
                      <a:pt x="27147" y="29235"/>
                    </a:cubicBezTo>
                    <a:cubicBezTo>
                      <a:pt x="34179" y="23345"/>
                      <a:pt x="35129" y="12988"/>
                      <a:pt x="29238" y="5958"/>
                    </a:cubicBezTo>
                    <a:cubicBezTo>
                      <a:pt x="23346" y="-1073"/>
                      <a:pt x="12894" y="-2023"/>
                      <a:pt x="5958" y="3867"/>
                    </a:cubicBezTo>
                    <a:cubicBezTo>
                      <a:pt x="-1073" y="9758"/>
                      <a:pt x="-2024" y="20209"/>
                      <a:pt x="3868" y="27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1"/>
              <p:cNvSpPr/>
              <p:nvPr/>
            </p:nvSpPr>
            <p:spPr>
              <a:xfrm>
                <a:off x="5558671" y="2582544"/>
                <a:ext cx="242866" cy="485982"/>
              </a:xfrm>
              <a:custGeom>
                <a:rect b="b" l="l" r="r" t="t"/>
                <a:pathLst>
                  <a:path extrusionOk="0" h="485982" w="242866">
                    <a:moveTo>
                      <a:pt x="242867" y="0"/>
                    </a:moveTo>
                    <a:lnTo>
                      <a:pt x="0" y="4859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1"/>
              <p:cNvSpPr/>
              <p:nvPr/>
            </p:nvSpPr>
            <p:spPr>
              <a:xfrm>
                <a:off x="5542111" y="3051927"/>
                <a:ext cx="33161" cy="33199"/>
              </a:xfrm>
              <a:custGeom>
                <a:rect b="b" l="l" r="r" t="t"/>
                <a:pathLst>
                  <a:path extrusionOk="0" h="33199" w="33161">
                    <a:moveTo>
                      <a:pt x="31668" y="23441"/>
                    </a:moveTo>
                    <a:cubicBezTo>
                      <a:pt x="27867" y="31802"/>
                      <a:pt x="18081" y="35507"/>
                      <a:pt x="9719" y="31707"/>
                    </a:cubicBezTo>
                    <a:cubicBezTo>
                      <a:pt x="1357" y="27906"/>
                      <a:pt x="-2253" y="18120"/>
                      <a:pt x="1452" y="9759"/>
                    </a:cubicBezTo>
                    <a:cubicBezTo>
                      <a:pt x="5253" y="1398"/>
                      <a:pt x="15040" y="-2307"/>
                      <a:pt x="23402" y="1493"/>
                    </a:cubicBezTo>
                    <a:cubicBezTo>
                      <a:pt x="31763" y="5294"/>
                      <a:pt x="35469" y="15080"/>
                      <a:pt x="31668" y="23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1"/>
              <p:cNvSpPr/>
              <p:nvPr/>
            </p:nvSpPr>
            <p:spPr>
              <a:xfrm>
                <a:off x="5801538" y="2582544"/>
                <a:ext cx="34586" cy="360282"/>
              </a:xfrm>
              <a:custGeom>
                <a:rect b="b" l="l" r="r" t="t"/>
                <a:pathLst>
                  <a:path extrusionOk="0" h="360282" w="34586">
                    <a:moveTo>
                      <a:pt x="0" y="0"/>
                    </a:moveTo>
                    <a:lnTo>
                      <a:pt x="34587" y="3602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1"/>
              <p:cNvSpPr/>
              <p:nvPr/>
            </p:nvSpPr>
            <p:spPr>
              <a:xfrm>
                <a:off x="5819494" y="2926292"/>
                <a:ext cx="33167" cy="33164"/>
              </a:xfrm>
              <a:custGeom>
                <a:rect b="b" l="l" r="r" t="t"/>
                <a:pathLst>
                  <a:path extrusionOk="0" h="33164" w="33167">
                    <a:moveTo>
                      <a:pt x="573" y="20905"/>
                    </a:moveTo>
                    <a:cubicBezTo>
                      <a:pt x="2948" y="29741"/>
                      <a:pt x="12070" y="34967"/>
                      <a:pt x="20907" y="32592"/>
                    </a:cubicBezTo>
                    <a:cubicBezTo>
                      <a:pt x="29744" y="30216"/>
                      <a:pt x="34970" y="21095"/>
                      <a:pt x="32594" y="12259"/>
                    </a:cubicBezTo>
                    <a:cubicBezTo>
                      <a:pt x="30219" y="3423"/>
                      <a:pt x="21097" y="-1802"/>
                      <a:pt x="12260" y="573"/>
                    </a:cubicBezTo>
                    <a:cubicBezTo>
                      <a:pt x="3424" y="2948"/>
                      <a:pt x="-1802" y="12069"/>
                      <a:pt x="573" y="209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1"/>
              <p:cNvSpPr/>
              <p:nvPr/>
            </p:nvSpPr>
            <p:spPr>
              <a:xfrm>
                <a:off x="5801538" y="2582544"/>
                <a:ext cx="301587" cy="163609"/>
              </a:xfrm>
              <a:custGeom>
                <a:rect b="b" l="l" r="r" t="t"/>
                <a:pathLst>
                  <a:path extrusionOk="0" h="163609" w="301587">
                    <a:moveTo>
                      <a:pt x="0" y="0"/>
                    </a:moveTo>
                    <a:lnTo>
                      <a:pt x="301588" y="16360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1"/>
              <p:cNvSpPr/>
              <p:nvPr/>
            </p:nvSpPr>
            <p:spPr>
              <a:xfrm>
                <a:off x="6086443" y="2729567"/>
                <a:ext cx="33157" cy="33077"/>
              </a:xfrm>
              <a:custGeom>
                <a:rect b="b" l="l" r="r" t="t"/>
                <a:pathLst>
                  <a:path extrusionOk="0" h="33077" w="33157">
                    <a:moveTo>
                      <a:pt x="27040" y="3665"/>
                    </a:moveTo>
                    <a:cubicBezTo>
                      <a:pt x="34166" y="9461"/>
                      <a:pt x="35211" y="19817"/>
                      <a:pt x="29415" y="26943"/>
                    </a:cubicBezTo>
                    <a:cubicBezTo>
                      <a:pt x="23619" y="34069"/>
                      <a:pt x="13262" y="35114"/>
                      <a:pt x="6136" y="29413"/>
                    </a:cubicBezTo>
                    <a:cubicBezTo>
                      <a:pt x="-991" y="23617"/>
                      <a:pt x="-2036" y="13261"/>
                      <a:pt x="3665" y="6135"/>
                    </a:cubicBezTo>
                    <a:cubicBezTo>
                      <a:pt x="9461" y="-991"/>
                      <a:pt x="19913" y="-2036"/>
                      <a:pt x="26945" y="36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1"/>
              <p:cNvSpPr/>
              <p:nvPr/>
            </p:nvSpPr>
            <p:spPr>
              <a:xfrm>
                <a:off x="5801538" y="2582544"/>
                <a:ext cx="493524" cy="75628"/>
              </a:xfrm>
              <a:custGeom>
                <a:rect b="b" l="l" r="r" t="t"/>
                <a:pathLst>
                  <a:path extrusionOk="0" h="75628" w="493524">
                    <a:moveTo>
                      <a:pt x="0" y="0"/>
                    </a:moveTo>
                    <a:lnTo>
                      <a:pt x="493525" y="756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21"/>
              <p:cNvSpPr/>
              <p:nvPr/>
            </p:nvSpPr>
            <p:spPr>
              <a:xfrm>
                <a:off x="6278620" y="2641627"/>
                <a:ext cx="33074" cy="33082"/>
              </a:xfrm>
              <a:custGeom>
                <a:rect b="b" l="l" r="r" t="t"/>
                <a:pathLst>
                  <a:path extrusionOk="0" h="33082" w="33074">
                    <a:moveTo>
                      <a:pt x="22143" y="32128"/>
                    </a:moveTo>
                    <a:cubicBezTo>
                      <a:pt x="30695" y="28993"/>
                      <a:pt x="35161" y="19492"/>
                      <a:pt x="32120" y="10941"/>
                    </a:cubicBezTo>
                    <a:cubicBezTo>
                      <a:pt x="28985" y="2295"/>
                      <a:pt x="19483" y="-2076"/>
                      <a:pt x="10931" y="964"/>
                    </a:cubicBezTo>
                    <a:cubicBezTo>
                      <a:pt x="2380" y="4100"/>
                      <a:pt x="-2086" y="13601"/>
                      <a:pt x="954" y="22152"/>
                    </a:cubicBezTo>
                    <a:cubicBezTo>
                      <a:pt x="4090" y="30703"/>
                      <a:pt x="13592" y="35169"/>
                      <a:pt x="22143" y="32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21"/>
              <p:cNvSpPr/>
              <p:nvPr/>
            </p:nvSpPr>
            <p:spPr>
              <a:xfrm>
                <a:off x="5801538" y="2522307"/>
                <a:ext cx="310329" cy="60237"/>
              </a:xfrm>
              <a:custGeom>
                <a:rect b="b" l="l" r="r" t="t"/>
                <a:pathLst>
                  <a:path extrusionOk="0" h="60237" w="310329">
                    <a:moveTo>
                      <a:pt x="0" y="60237"/>
                    </a:moveTo>
                    <a:lnTo>
                      <a:pt x="31033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1"/>
              <p:cNvSpPr/>
              <p:nvPr/>
            </p:nvSpPr>
            <p:spPr>
              <a:xfrm>
                <a:off x="6095279" y="2505815"/>
                <a:ext cx="33082" cy="33181"/>
              </a:xfrm>
              <a:custGeom>
                <a:rect b="b" l="l" r="r" t="t"/>
                <a:pathLst>
                  <a:path extrusionOk="0" h="33181" w="33082">
                    <a:moveTo>
                      <a:pt x="11647" y="720"/>
                    </a:moveTo>
                    <a:cubicBezTo>
                      <a:pt x="20389" y="-1940"/>
                      <a:pt x="29606" y="3000"/>
                      <a:pt x="32361" y="11741"/>
                    </a:cubicBezTo>
                    <a:cubicBezTo>
                      <a:pt x="35022" y="20483"/>
                      <a:pt x="30081" y="29794"/>
                      <a:pt x="21434" y="32454"/>
                    </a:cubicBezTo>
                    <a:cubicBezTo>
                      <a:pt x="12692" y="35114"/>
                      <a:pt x="3476" y="30269"/>
                      <a:pt x="720" y="21433"/>
                    </a:cubicBezTo>
                    <a:cubicBezTo>
                      <a:pt x="-1940" y="12692"/>
                      <a:pt x="3001" y="3380"/>
                      <a:pt x="11742" y="7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21"/>
              <p:cNvSpPr/>
              <p:nvPr/>
            </p:nvSpPr>
            <p:spPr>
              <a:xfrm>
                <a:off x="5801538" y="2334755"/>
                <a:ext cx="351757" cy="247789"/>
              </a:xfrm>
              <a:custGeom>
                <a:rect b="b" l="l" r="r" t="t"/>
                <a:pathLst>
                  <a:path extrusionOk="0" h="247789" w="351757">
                    <a:moveTo>
                      <a:pt x="0" y="247789"/>
                    </a:moveTo>
                    <a:lnTo>
                      <a:pt x="351758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21"/>
              <p:cNvSpPr/>
              <p:nvPr/>
            </p:nvSpPr>
            <p:spPr>
              <a:xfrm>
                <a:off x="6136778" y="2318143"/>
                <a:ext cx="33129" cy="33127"/>
              </a:xfrm>
              <a:custGeom>
                <a:rect b="b" l="l" r="r" t="t"/>
                <a:pathLst>
                  <a:path extrusionOk="0" h="33127" w="33129">
                    <a:moveTo>
                      <a:pt x="27539" y="28963"/>
                    </a:moveTo>
                    <a:cubicBezTo>
                      <a:pt x="34381" y="22882"/>
                      <a:pt x="35046" y="12431"/>
                      <a:pt x="28965" y="5590"/>
                    </a:cubicBezTo>
                    <a:cubicBezTo>
                      <a:pt x="22884" y="-1251"/>
                      <a:pt x="12432" y="-1916"/>
                      <a:pt x="5590" y="4165"/>
                    </a:cubicBezTo>
                    <a:cubicBezTo>
                      <a:pt x="-1251" y="10245"/>
                      <a:pt x="-1916" y="20697"/>
                      <a:pt x="4165" y="27537"/>
                    </a:cubicBezTo>
                    <a:cubicBezTo>
                      <a:pt x="10246" y="34378"/>
                      <a:pt x="20698" y="35043"/>
                      <a:pt x="27539" y="289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>
                <a:off x="5801538" y="2318223"/>
                <a:ext cx="185380" cy="264321"/>
              </a:xfrm>
              <a:custGeom>
                <a:rect b="b" l="l" r="r" t="t"/>
                <a:pathLst>
                  <a:path extrusionOk="0" h="264321" w="185380">
                    <a:moveTo>
                      <a:pt x="0" y="264321"/>
                    </a:moveTo>
                    <a:lnTo>
                      <a:pt x="185381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21"/>
              <p:cNvSpPr/>
              <p:nvPr/>
            </p:nvSpPr>
            <p:spPr>
              <a:xfrm>
                <a:off x="5970434" y="2301644"/>
                <a:ext cx="33064" cy="33062"/>
              </a:xfrm>
              <a:custGeom>
                <a:rect b="b" l="l" r="r" t="t"/>
                <a:pathLst>
                  <a:path extrusionOk="0" h="33062" w="33064">
                    <a:moveTo>
                      <a:pt x="3277" y="6602"/>
                    </a:moveTo>
                    <a:cubicBezTo>
                      <a:pt x="8788" y="-713"/>
                      <a:pt x="19145" y="-2139"/>
                      <a:pt x="26462" y="3277"/>
                    </a:cubicBezTo>
                    <a:cubicBezTo>
                      <a:pt x="33778" y="8788"/>
                      <a:pt x="35203" y="19144"/>
                      <a:pt x="29787" y="26460"/>
                    </a:cubicBezTo>
                    <a:cubicBezTo>
                      <a:pt x="24276" y="33776"/>
                      <a:pt x="13919" y="35201"/>
                      <a:pt x="6603" y="29785"/>
                    </a:cubicBezTo>
                    <a:cubicBezTo>
                      <a:pt x="-713" y="24275"/>
                      <a:pt x="-2139" y="13918"/>
                      <a:pt x="3277" y="66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1"/>
              <p:cNvSpPr/>
              <p:nvPr/>
            </p:nvSpPr>
            <p:spPr>
              <a:xfrm>
                <a:off x="5751273" y="2429006"/>
                <a:ext cx="50264" cy="153538"/>
              </a:xfrm>
              <a:custGeom>
                <a:rect b="b" l="l" r="r" t="t"/>
                <a:pathLst>
                  <a:path extrusionOk="0" h="153538" w="50264">
                    <a:moveTo>
                      <a:pt x="50265" y="15353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>
                <a:off x="5734608" y="2412437"/>
                <a:ext cx="33140" cy="33137"/>
              </a:xfrm>
              <a:custGeom>
                <a:rect b="b" l="l" r="r" t="t"/>
                <a:pathLst>
                  <a:path extrusionOk="0" h="33137" w="33140">
                    <a:moveTo>
                      <a:pt x="31393" y="9158"/>
                    </a:moveTo>
                    <a:cubicBezTo>
                      <a:pt x="27307" y="987"/>
                      <a:pt x="17330" y="-2338"/>
                      <a:pt x="9159" y="1747"/>
                    </a:cubicBezTo>
                    <a:cubicBezTo>
                      <a:pt x="987" y="5833"/>
                      <a:pt x="-2338" y="15809"/>
                      <a:pt x="1747" y="23980"/>
                    </a:cubicBezTo>
                    <a:cubicBezTo>
                      <a:pt x="5833" y="32151"/>
                      <a:pt x="15810" y="35476"/>
                      <a:pt x="23982" y="31391"/>
                    </a:cubicBezTo>
                    <a:cubicBezTo>
                      <a:pt x="32153" y="27305"/>
                      <a:pt x="35479" y="17329"/>
                      <a:pt x="31393" y="9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1"/>
              <p:cNvSpPr/>
              <p:nvPr/>
            </p:nvSpPr>
            <p:spPr>
              <a:xfrm>
                <a:off x="5645898" y="2364873"/>
                <a:ext cx="155639" cy="217670"/>
              </a:xfrm>
              <a:custGeom>
                <a:rect b="b" l="l" r="r" t="t"/>
                <a:pathLst>
                  <a:path extrusionOk="0" h="217670" w="155639">
                    <a:moveTo>
                      <a:pt x="155640" y="21767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1"/>
              <p:cNvSpPr/>
              <p:nvPr/>
            </p:nvSpPr>
            <p:spPr>
              <a:xfrm>
                <a:off x="5629348" y="2348230"/>
                <a:ext cx="33194" cy="33191"/>
              </a:xfrm>
              <a:custGeom>
                <a:rect b="b" l="l" r="r" t="t"/>
                <a:pathLst>
                  <a:path extrusionOk="0" h="33191" w="33194">
                    <a:moveTo>
                      <a:pt x="1347" y="23104"/>
                    </a:moveTo>
                    <a:cubicBezTo>
                      <a:pt x="-2264" y="14743"/>
                      <a:pt x="1632" y="4957"/>
                      <a:pt x="10088" y="1347"/>
                    </a:cubicBezTo>
                    <a:cubicBezTo>
                      <a:pt x="18545" y="-2264"/>
                      <a:pt x="28237" y="1632"/>
                      <a:pt x="31848" y="10088"/>
                    </a:cubicBezTo>
                    <a:cubicBezTo>
                      <a:pt x="35458" y="18449"/>
                      <a:pt x="31563" y="28235"/>
                      <a:pt x="23106" y="31845"/>
                    </a:cubicBezTo>
                    <a:cubicBezTo>
                      <a:pt x="14649" y="35456"/>
                      <a:pt x="4958" y="31560"/>
                      <a:pt x="1347" y="231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1"/>
              <p:cNvSpPr/>
              <p:nvPr/>
            </p:nvSpPr>
            <p:spPr>
              <a:xfrm>
                <a:off x="5484937" y="2281263"/>
                <a:ext cx="316600" cy="301280"/>
              </a:xfrm>
              <a:custGeom>
                <a:rect b="b" l="l" r="r" t="t"/>
                <a:pathLst>
                  <a:path extrusionOk="0" h="301280" w="316600">
                    <a:moveTo>
                      <a:pt x="316601" y="30128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1"/>
              <p:cNvSpPr/>
              <p:nvPr/>
            </p:nvSpPr>
            <p:spPr>
              <a:xfrm>
                <a:off x="5468369" y="2264696"/>
                <a:ext cx="33136" cy="33133"/>
              </a:xfrm>
              <a:custGeom>
                <a:rect b="b" l="l" r="r" t="t"/>
                <a:pathLst>
                  <a:path extrusionOk="0" h="33133" w="33136">
                    <a:moveTo>
                      <a:pt x="24360" y="1935"/>
                    </a:moveTo>
                    <a:cubicBezTo>
                      <a:pt x="16283" y="-2340"/>
                      <a:pt x="6211" y="700"/>
                      <a:pt x="1935" y="8776"/>
                    </a:cubicBezTo>
                    <a:cubicBezTo>
                      <a:pt x="-2341" y="16852"/>
                      <a:pt x="700" y="26828"/>
                      <a:pt x="8777" y="31199"/>
                    </a:cubicBezTo>
                    <a:cubicBezTo>
                      <a:pt x="16853" y="35474"/>
                      <a:pt x="26830" y="32434"/>
                      <a:pt x="31201" y="24358"/>
                    </a:cubicBezTo>
                    <a:cubicBezTo>
                      <a:pt x="35477" y="16282"/>
                      <a:pt x="32436" y="6306"/>
                      <a:pt x="24360" y="19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1"/>
              <p:cNvSpPr/>
              <p:nvPr/>
            </p:nvSpPr>
            <p:spPr>
              <a:xfrm>
                <a:off x="5451776" y="2462165"/>
                <a:ext cx="349762" cy="120379"/>
              </a:xfrm>
              <a:custGeom>
                <a:rect b="b" l="l" r="r" t="t"/>
                <a:pathLst>
                  <a:path extrusionOk="0" h="120379" w="349762">
                    <a:moveTo>
                      <a:pt x="349762" y="12037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1"/>
              <p:cNvSpPr/>
              <p:nvPr/>
            </p:nvSpPr>
            <p:spPr>
              <a:xfrm>
                <a:off x="5435266" y="2445562"/>
                <a:ext cx="33079" cy="33077"/>
              </a:xfrm>
              <a:custGeom>
                <a:rect b="b" l="l" r="r" t="t"/>
                <a:pathLst>
                  <a:path extrusionOk="0" h="33077" w="33079">
                    <a:moveTo>
                      <a:pt x="9193" y="31425"/>
                    </a:moveTo>
                    <a:cubicBezTo>
                      <a:pt x="1021" y="27339"/>
                      <a:pt x="-2304" y="17458"/>
                      <a:pt x="1687" y="9192"/>
                    </a:cubicBezTo>
                    <a:cubicBezTo>
                      <a:pt x="5772" y="1021"/>
                      <a:pt x="15654" y="-2304"/>
                      <a:pt x="23921" y="1686"/>
                    </a:cubicBezTo>
                    <a:cubicBezTo>
                      <a:pt x="32092" y="5772"/>
                      <a:pt x="35418" y="15653"/>
                      <a:pt x="31332" y="23919"/>
                    </a:cubicBezTo>
                    <a:cubicBezTo>
                      <a:pt x="27246" y="32090"/>
                      <a:pt x="17365" y="35415"/>
                      <a:pt x="9098" y="313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54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47" name="Google Shape;547;p22"/>
          <p:cNvSpPr txBox="1"/>
          <p:nvPr>
            <p:ph type="ctrTitle"/>
          </p:nvPr>
        </p:nvSpPr>
        <p:spPr>
          <a:xfrm>
            <a:off x="3133125" y="797263"/>
            <a:ext cx="2877600" cy="88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3133125" y="1578513"/>
            <a:ext cx="2877600" cy="9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3133263" y="3370309"/>
            <a:ext cx="28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 Tight"/>
                <a:ea typeface="Inter Tight"/>
                <a:cs typeface="Inter Tight"/>
                <a:sym typeface="Inter T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 Tight"/>
                <a:ea typeface="Inter Tight"/>
                <a:cs typeface="Inter Tight"/>
                <a:sym typeface="Inter T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 Tight"/>
                <a:ea typeface="Inter Tight"/>
                <a:cs typeface="Inter Tight"/>
                <a:sym typeface="Inter T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550" name="Google Shape;550;p22"/>
          <p:cNvGrpSpPr/>
          <p:nvPr/>
        </p:nvGrpSpPr>
        <p:grpSpPr>
          <a:xfrm>
            <a:off x="4183460" y="4603989"/>
            <a:ext cx="5518197" cy="1079100"/>
            <a:chOff x="4183460" y="4603989"/>
            <a:chExt cx="5518197" cy="1079100"/>
          </a:xfrm>
        </p:grpSpPr>
        <p:grpSp>
          <p:nvGrpSpPr>
            <p:cNvPr id="551" name="Google Shape;551;p22"/>
            <p:cNvGrpSpPr/>
            <p:nvPr/>
          </p:nvGrpSpPr>
          <p:grpSpPr>
            <a:xfrm>
              <a:off x="4183460" y="4704200"/>
              <a:ext cx="2095205" cy="350538"/>
              <a:chOff x="1550610" y="4704238"/>
              <a:chExt cx="2095205" cy="350538"/>
            </a:xfrm>
          </p:grpSpPr>
          <p:grpSp>
            <p:nvGrpSpPr>
              <p:cNvPr id="552" name="Google Shape;552;p22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53" name="Google Shape;553;p2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54" name="Google Shape;554;p22"/>
                <p:cNvCxnSpPr>
                  <a:stCxn id="553" idx="6"/>
                  <a:endCxn id="555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55" name="Google Shape;555;p2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556" name="Google Shape;556;p22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557" name="Google Shape;557;p22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558" name="Google Shape;558;p22"/>
                <p:cNvCxnSpPr>
                  <a:stCxn id="557" idx="6"/>
                  <a:endCxn id="559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59" name="Google Shape;559;p22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  <p:grpSp>
          <p:nvGrpSpPr>
            <p:cNvPr id="560" name="Google Shape;560;p22"/>
            <p:cNvGrpSpPr/>
            <p:nvPr/>
          </p:nvGrpSpPr>
          <p:grpSpPr>
            <a:xfrm>
              <a:off x="8622558" y="4603989"/>
              <a:ext cx="1079100" cy="1079100"/>
              <a:chOff x="8359400" y="1569464"/>
              <a:chExt cx="1079100" cy="1079100"/>
            </a:xfrm>
          </p:grpSpPr>
          <p:sp>
            <p:nvSpPr>
              <p:cNvPr id="561" name="Google Shape;561;p22"/>
              <p:cNvSpPr/>
              <p:nvPr/>
            </p:nvSpPr>
            <p:spPr>
              <a:xfrm>
                <a:off x="8800721" y="2010786"/>
                <a:ext cx="196500" cy="19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8751793" y="1961857"/>
                <a:ext cx="294300" cy="294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>
                <a:off x="8702543" y="1912607"/>
                <a:ext cx="392700" cy="392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>
                <a:off x="8653614" y="1863679"/>
                <a:ext cx="490500" cy="490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8604686" y="1814750"/>
                <a:ext cx="588300" cy="588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>
                <a:off x="8555436" y="1765500"/>
                <a:ext cx="687000" cy="687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7" name="Google Shape;567;p22"/>
              <p:cNvSpPr/>
              <p:nvPr/>
            </p:nvSpPr>
            <p:spPr>
              <a:xfrm>
                <a:off x="8506507" y="1716571"/>
                <a:ext cx="784800" cy="784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8" name="Google Shape;568;p22"/>
              <p:cNvSpPr/>
              <p:nvPr/>
            </p:nvSpPr>
            <p:spPr>
              <a:xfrm>
                <a:off x="8457257" y="1667321"/>
                <a:ext cx="883200" cy="883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69" name="Google Shape;569;p22"/>
              <p:cNvSpPr/>
              <p:nvPr/>
            </p:nvSpPr>
            <p:spPr>
              <a:xfrm>
                <a:off x="8408328" y="1618393"/>
                <a:ext cx="981000" cy="9810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0" name="Google Shape;570;p22"/>
              <p:cNvSpPr/>
              <p:nvPr/>
            </p:nvSpPr>
            <p:spPr>
              <a:xfrm>
                <a:off x="8359400" y="1569464"/>
                <a:ext cx="1079100" cy="1079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</p:grpSp>
      <p:grpSp>
        <p:nvGrpSpPr>
          <p:cNvPr id="571" name="Google Shape;571;p22"/>
          <p:cNvGrpSpPr/>
          <p:nvPr/>
        </p:nvGrpSpPr>
        <p:grpSpPr>
          <a:xfrm>
            <a:off x="11" y="198238"/>
            <a:ext cx="1868464" cy="4945267"/>
            <a:chOff x="11" y="198238"/>
            <a:chExt cx="1868464" cy="4945267"/>
          </a:xfrm>
        </p:grpSpPr>
        <p:grpSp>
          <p:nvGrpSpPr>
            <p:cNvPr id="572" name="Google Shape;572;p22"/>
            <p:cNvGrpSpPr/>
            <p:nvPr/>
          </p:nvGrpSpPr>
          <p:grpSpPr>
            <a:xfrm>
              <a:off x="1399375" y="198238"/>
              <a:ext cx="469100" cy="125100"/>
              <a:chOff x="4540000" y="294675"/>
              <a:chExt cx="469100" cy="125100"/>
            </a:xfrm>
          </p:grpSpPr>
          <p:sp>
            <p:nvSpPr>
              <p:cNvPr id="573" name="Google Shape;573;p22"/>
              <p:cNvSpPr/>
              <p:nvPr/>
            </p:nvSpPr>
            <p:spPr>
              <a:xfrm rot="-5400000">
                <a:off x="45316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4" name="Google Shape;574;p22"/>
              <p:cNvSpPr/>
              <p:nvPr/>
            </p:nvSpPr>
            <p:spPr>
              <a:xfrm rot="-5400000">
                <a:off x="47120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75" name="Google Shape;575;p22"/>
              <p:cNvSpPr/>
              <p:nvPr/>
            </p:nvSpPr>
            <p:spPr>
              <a:xfrm rot="-5400000">
                <a:off x="4892400" y="303075"/>
                <a:ext cx="125100" cy="108300"/>
              </a:xfrm>
              <a:prstGeom prst="triangle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grpSp>
          <p:nvGrpSpPr>
            <p:cNvPr id="576" name="Google Shape;576;p22"/>
            <p:cNvGrpSpPr/>
            <p:nvPr/>
          </p:nvGrpSpPr>
          <p:grpSpPr>
            <a:xfrm flipH="1">
              <a:off x="11" y="4220279"/>
              <a:ext cx="436703" cy="923225"/>
              <a:chOff x="4794250" y="3765054"/>
              <a:chExt cx="436703" cy="923225"/>
            </a:xfrm>
          </p:grpSpPr>
          <p:sp>
            <p:nvSpPr>
              <p:cNvPr id="577" name="Google Shape;577;p22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2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2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2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2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2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2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3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54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"/>
          <p:cNvSpPr/>
          <p:nvPr/>
        </p:nvSpPr>
        <p:spPr>
          <a:xfrm>
            <a:off x="237399" y="230425"/>
            <a:ext cx="8650800" cy="4680000"/>
          </a:xfrm>
          <a:prstGeom prst="roundRect">
            <a:avLst>
              <a:gd fmla="val 546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588" name="Google Shape;588;p24"/>
          <p:cNvGrpSpPr/>
          <p:nvPr/>
        </p:nvGrpSpPr>
        <p:grpSpPr>
          <a:xfrm>
            <a:off x="347731" y="4"/>
            <a:ext cx="8796275" cy="4758027"/>
            <a:chOff x="347731" y="4"/>
            <a:chExt cx="8796275" cy="4758027"/>
          </a:xfrm>
        </p:grpSpPr>
        <p:grpSp>
          <p:nvGrpSpPr>
            <p:cNvPr id="589" name="Google Shape;589;p24"/>
            <p:cNvGrpSpPr/>
            <p:nvPr/>
          </p:nvGrpSpPr>
          <p:grpSpPr>
            <a:xfrm flipH="1" rot="10800000">
              <a:off x="8707303" y="4"/>
              <a:ext cx="436703" cy="923225"/>
              <a:chOff x="4794250" y="3765054"/>
              <a:chExt cx="436703" cy="923225"/>
            </a:xfrm>
          </p:grpSpPr>
          <p:sp>
            <p:nvSpPr>
              <p:cNvPr id="590" name="Google Shape;590;p24"/>
              <p:cNvSpPr/>
              <p:nvPr/>
            </p:nvSpPr>
            <p:spPr>
              <a:xfrm>
                <a:off x="4794250" y="376505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436704" y="0"/>
                    </a:moveTo>
                    <a:lnTo>
                      <a:pt x="0" y="438477"/>
                    </a:ln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4794250" y="388923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477"/>
                    </a:moveTo>
                    <a:lnTo>
                      <a:pt x="0" y="492633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4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4794250" y="401341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4"/>
                    </a:lnTo>
                    <a:lnTo>
                      <a:pt x="436704" y="54061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4794250" y="4137594"/>
                <a:ext cx="436703" cy="492633"/>
              </a:xfrm>
              <a:custGeom>
                <a:rect b="b" l="l" r="r" t="t"/>
                <a:pathLst>
                  <a:path extrusionOk="0" h="492633" w="436703">
                    <a:moveTo>
                      <a:pt x="0" y="438572"/>
                    </a:moveTo>
                    <a:lnTo>
                      <a:pt x="0" y="492633"/>
                    </a:lnTo>
                    <a:lnTo>
                      <a:pt x="436704" y="54156"/>
                    </a:lnTo>
                    <a:lnTo>
                      <a:pt x="436704" y="0"/>
                    </a:lnTo>
                    <a:lnTo>
                      <a:pt x="0" y="4385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4806317" y="4261773"/>
                <a:ext cx="424636" cy="426505"/>
              </a:xfrm>
              <a:custGeom>
                <a:rect b="b" l="l" r="r" t="t"/>
                <a:pathLst>
                  <a:path extrusionOk="0" h="426505" w="424636">
                    <a:moveTo>
                      <a:pt x="0" y="426506"/>
                    </a:moveTo>
                    <a:lnTo>
                      <a:pt x="53875" y="426506"/>
                    </a:lnTo>
                    <a:lnTo>
                      <a:pt x="424637" y="54061"/>
                    </a:lnTo>
                    <a:lnTo>
                      <a:pt x="424637" y="0"/>
                    </a:lnTo>
                    <a:lnTo>
                      <a:pt x="0" y="4265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4"/>
              <p:cNvSpPr/>
              <p:nvPr/>
            </p:nvSpPr>
            <p:spPr>
              <a:xfrm>
                <a:off x="4929936" y="4385953"/>
                <a:ext cx="301017" cy="302325"/>
              </a:xfrm>
              <a:custGeom>
                <a:rect b="b" l="l" r="r" t="t"/>
                <a:pathLst>
                  <a:path extrusionOk="0" h="302325" w="301017">
                    <a:moveTo>
                      <a:pt x="0" y="302326"/>
                    </a:moveTo>
                    <a:lnTo>
                      <a:pt x="53875" y="302326"/>
                    </a:lnTo>
                    <a:lnTo>
                      <a:pt x="301018" y="54156"/>
                    </a:lnTo>
                    <a:lnTo>
                      <a:pt x="301018" y="0"/>
                    </a:lnTo>
                    <a:lnTo>
                      <a:pt x="0" y="3023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5053554" y="4510133"/>
                <a:ext cx="177399" cy="178146"/>
              </a:xfrm>
              <a:custGeom>
                <a:rect b="b" l="l" r="r" t="t"/>
                <a:pathLst>
                  <a:path extrusionOk="0" h="178146" w="177399">
                    <a:moveTo>
                      <a:pt x="0" y="178146"/>
                    </a:moveTo>
                    <a:lnTo>
                      <a:pt x="53875" y="178146"/>
                    </a:lnTo>
                    <a:lnTo>
                      <a:pt x="177399" y="54157"/>
                    </a:lnTo>
                    <a:lnTo>
                      <a:pt x="177399" y="0"/>
                    </a:lnTo>
                    <a:lnTo>
                      <a:pt x="0" y="178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4"/>
            <p:cNvGrpSpPr/>
            <p:nvPr/>
          </p:nvGrpSpPr>
          <p:grpSpPr>
            <a:xfrm>
              <a:off x="347731" y="4092815"/>
              <a:ext cx="264435" cy="665216"/>
              <a:chOff x="8625081" y="258015"/>
              <a:chExt cx="264435" cy="665216"/>
            </a:xfrm>
          </p:grpSpPr>
          <p:sp>
            <p:nvSpPr>
              <p:cNvPr id="598" name="Google Shape;598;p24"/>
              <p:cNvSpPr/>
              <p:nvPr/>
            </p:nvSpPr>
            <p:spPr>
              <a:xfrm>
                <a:off x="8625081" y="258014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4"/>
              <p:cNvSpPr/>
              <p:nvPr/>
            </p:nvSpPr>
            <p:spPr>
              <a:xfrm>
                <a:off x="8625081" y="658815"/>
                <a:ext cx="264435" cy="264416"/>
              </a:xfrm>
              <a:custGeom>
                <a:rect b="b" l="l" r="r" t="t"/>
                <a:pathLst>
                  <a:path extrusionOk="0" h="264416" w="264435">
                    <a:moveTo>
                      <a:pt x="132265" y="0"/>
                    </a:moveTo>
                    <a:lnTo>
                      <a:pt x="138442" y="69928"/>
                    </a:lnTo>
                    <a:cubicBezTo>
                      <a:pt x="141102" y="99762"/>
                      <a:pt x="164762" y="123515"/>
                      <a:pt x="194597" y="126080"/>
                    </a:cubicBezTo>
                    <a:lnTo>
                      <a:pt x="264436" y="132256"/>
                    </a:lnTo>
                    <a:lnTo>
                      <a:pt x="194597" y="138432"/>
                    </a:lnTo>
                    <a:cubicBezTo>
                      <a:pt x="164762" y="141092"/>
                      <a:pt x="141007" y="164750"/>
                      <a:pt x="138442" y="194583"/>
                    </a:cubicBezTo>
                    <a:lnTo>
                      <a:pt x="132265" y="264416"/>
                    </a:lnTo>
                    <a:lnTo>
                      <a:pt x="126089" y="194583"/>
                    </a:lnTo>
                    <a:cubicBezTo>
                      <a:pt x="123429" y="164750"/>
                      <a:pt x="99769" y="140997"/>
                      <a:pt x="69933" y="138432"/>
                    </a:cubicBezTo>
                    <a:lnTo>
                      <a:pt x="0" y="132256"/>
                    </a:lnTo>
                    <a:lnTo>
                      <a:pt x="69933" y="126080"/>
                    </a:lnTo>
                    <a:cubicBezTo>
                      <a:pt x="99769" y="123420"/>
                      <a:pt x="123429" y="99762"/>
                      <a:pt x="126089" y="69928"/>
                    </a:cubicBezTo>
                    <a:lnTo>
                      <a:pt x="132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0" name="Google Shape;600;p24"/>
          <p:cNvGrpSpPr/>
          <p:nvPr/>
        </p:nvGrpSpPr>
        <p:grpSpPr>
          <a:xfrm>
            <a:off x="668085" y="94513"/>
            <a:ext cx="8070203" cy="4663511"/>
            <a:chOff x="668085" y="94513"/>
            <a:chExt cx="8070203" cy="4663511"/>
          </a:xfrm>
        </p:grpSpPr>
        <p:grpSp>
          <p:nvGrpSpPr>
            <p:cNvPr id="601" name="Google Shape;601;p24"/>
            <p:cNvGrpSpPr/>
            <p:nvPr/>
          </p:nvGrpSpPr>
          <p:grpSpPr>
            <a:xfrm>
              <a:off x="8269230" y="4309908"/>
              <a:ext cx="469058" cy="448115"/>
              <a:chOff x="5348931" y="2165350"/>
              <a:chExt cx="962763" cy="919776"/>
            </a:xfrm>
          </p:grpSpPr>
          <p:sp>
            <p:nvSpPr>
              <p:cNvPr id="602" name="Google Shape;602;p24"/>
              <p:cNvSpPr/>
              <p:nvPr/>
            </p:nvSpPr>
            <p:spPr>
              <a:xfrm>
                <a:off x="5801538" y="2181881"/>
                <a:ext cx="67652" cy="400662"/>
              </a:xfrm>
              <a:custGeom>
                <a:rect b="b" l="l" r="r" t="t"/>
                <a:pathLst>
                  <a:path extrusionOk="0" h="400662" w="67652">
                    <a:moveTo>
                      <a:pt x="0" y="400663"/>
                    </a:moveTo>
                    <a:lnTo>
                      <a:pt x="67653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4"/>
              <p:cNvSpPr/>
              <p:nvPr/>
            </p:nvSpPr>
            <p:spPr>
              <a:xfrm>
                <a:off x="5852753" y="2165350"/>
                <a:ext cx="33066" cy="33063"/>
              </a:xfrm>
              <a:custGeom>
                <a:rect b="b" l="l" r="r" t="t"/>
                <a:pathLst>
                  <a:path extrusionOk="0" h="33063" w="33066">
                    <a:moveTo>
                      <a:pt x="33066" y="16532"/>
                    </a:moveTo>
                    <a:cubicBezTo>
                      <a:pt x="33066" y="7411"/>
                      <a:pt x="25655" y="0"/>
                      <a:pt x="16533" y="0"/>
                    </a:cubicBezTo>
                    <a:cubicBezTo>
                      <a:pt x="7411" y="0"/>
                      <a:pt x="0" y="7411"/>
                      <a:pt x="0" y="16532"/>
                    </a:cubicBezTo>
                    <a:cubicBezTo>
                      <a:pt x="0" y="25653"/>
                      <a:pt x="7411" y="33064"/>
                      <a:pt x="16533" y="33064"/>
                    </a:cubicBezTo>
                    <a:cubicBezTo>
                      <a:pt x="25655" y="33064"/>
                      <a:pt x="33066" y="25653"/>
                      <a:pt x="33066" y="16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4"/>
              <p:cNvSpPr/>
              <p:nvPr/>
            </p:nvSpPr>
            <p:spPr>
              <a:xfrm>
                <a:off x="5365499" y="2582544"/>
                <a:ext cx="436038" cy="31828"/>
              </a:xfrm>
              <a:custGeom>
                <a:rect b="b" l="l" r="r" t="t"/>
                <a:pathLst>
                  <a:path extrusionOk="0" h="31828" w="436038">
                    <a:moveTo>
                      <a:pt x="436039" y="0"/>
                    </a:moveTo>
                    <a:lnTo>
                      <a:pt x="0" y="318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4"/>
              <p:cNvSpPr/>
              <p:nvPr/>
            </p:nvSpPr>
            <p:spPr>
              <a:xfrm>
                <a:off x="5348931" y="2597710"/>
                <a:ext cx="33137" cy="33134"/>
              </a:xfrm>
              <a:custGeom>
                <a:rect b="b" l="l" r="r" t="t"/>
                <a:pathLst>
                  <a:path extrusionOk="0" h="33134" w="33137">
                    <a:moveTo>
                      <a:pt x="14478" y="33004"/>
                    </a:moveTo>
                    <a:cubicBezTo>
                      <a:pt x="5452" y="31864"/>
                      <a:pt x="-1010" y="23598"/>
                      <a:pt x="130" y="14477"/>
                    </a:cubicBezTo>
                    <a:cubicBezTo>
                      <a:pt x="1271" y="5451"/>
                      <a:pt x="9537" y="-1010"/>
                      <a:pt x="18659" y="130"/>
                    </a:cubicBezTo>
                    <a:cubicBezTo>
                      <a:pt x="27686" y="1271"/>
                      <a:pt x="34147" y="9537"/>
                      <a:pt x="33007" y="18658"/>
                    </a:cubicBezTo>
                    <a:cubicBezTo>
                      <a:pt x="31867" y="27684"/>
                      <a:pt x="23600" y="34144"/>
                      <a:pt x="14478" y="330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>
                <a:off x="5373766" y="2582544"/>
                <a:ext cx="427772" cy="271827"/>
              </a:xfrm>
              <a:custGeom>
                <a:rect b="b" l="l" r="r" t="t"/>
                <a:pathLst>
                  <a:path extrusionOk="0" h="271827" w="427772">
                    <a:moveTo>
                      <a:pt x="427772" y="0"/>
                    </a:moveTo>
                    <a:lnTo>
                      <a:pt x="0" y="271827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4"/>
              <p:cNvSpPr/>
              <p:nvPr/>
            </p:nvSpPr>
            <p:spPr>
              <a:xfrm>
                <a:off x="5357189" y="2837795"/>
                <a:ext cx="33059" cy="33152"/>
              </a:xfrm>
              <a:custGeom>
                <a:rect b="b" l="l" r="r" t="t"/>
                <a:pathLst>
                  <a:path extrusionOk="0" h="33152" w="33059">
                    <a:moveTo>
                      <a:pt x="2134" y="8405"/>
                    </a:moveTo>
                    <a:cubicBezTo>
                      <a:pt x="-2331" y="16386"/>
                      <a:pt x="424" y="26457"/>
                      <a:pt x="8406" y="31018"/>
                    </a:cubicBezTo>
                    <a:cubicBezTo>
                      <a:pt x="16387" y="35483"/>
                      <a:pt x="26459" y="32728"/>
                      <a:pt x="30925" y="24747"/>
                    </a:cubicBezTo>
                    <a:cubicBezTo>
                      <a:pt x="35391" y="16766"/>
                      <a:pt x="32635" y="6695"/>
                      <a:pt x="24654" y="2134"/>
                    </a:cubicBezTo>
                    <a:cubicBezTo>
                      <a:pt x="16672" y="-2331"/>
                      <a:pt x="6600" y="424"/>
                      <a:pt x="2134" y="84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4"/>
              <p:cNvSpPr/>
              <p:nvPr/>
            </p:nvSpPr>
            <p:spPr>
              <a:xfrm>
                <a:off x="5801538" y="2582544"/>
                <a:ext cx="284959" cy="452918"/>
              </a:xfrm>
              <a:custGeom>
                <a:rect b="b" l="l" r="r" t="t"/>
                <a:pathLst>
                  <a:path extrusionOk="0" h="452918" w="284959">
                    <a:moveTo>
                      <a:pt x="0" y="0"/>
                    </a:moveTo>
                    <a:lnTo>
                      <a:pt x="284960" y="45291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6069898" y="3018864"/>
                <a:ext cx="33105" cy="33102"/>
              </a:xfrm>
              <a:custGeom>
                <a:rect b="b" l="l" r="r" t="t"/>
                <a:pathLst>
                  <a:path extrusionOk="0" h="33102" w="33105">
                    <a:moveTo>
                      <a:pt x="3868" y="27145"/>
                    </a:moveTo>
                    <a:cubicBezTo>
                      <a:pt x="9759" y="34176"/>
                      <a:pt x="20116" y="35126"/>
                      <a:pt x="27147" y="29235"/>
                    </a:cubicBezTo>
                    <a:cubicBezTo>
                      <a:pt x="34179" y="23345"/>
                      <a:pt x="35129" y="12988"/>
                      <a:pt x="29238" y="5958"/>
                    </a:cubicBezTo>
                    <a:cubicBezTo>
                      <a:pt x="23346" y="-1073"/>
                      <a:pt x="12894" y="-2023"/>
                      <a:pt x="5958" y="3867"/>
                    </a:cubicBezTo>
                    <a:cubicBezTo>
                      <a:pt x="-1073" y="9758"/>
                      <a:pt x="-2024" y="20209"/>
                      <a:pt x="3868" y="27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4"/>
              <p:cNvSpPr/>
              <p:nvPr/>
            </p:nvSpPr>
            <p:spPr>
              <a:xfrm>
                <a:off x="5558671" y="2582544"/>
                <a:ext cx="242866" cy="485982"/>
              </a:xfrm>
              <a:custGeom>
                <a:rect b="b" l="l" r="r" t="t"/>
                <a:pathLst>
                  <a:path extrusionOk="0" h="485982" w="242866">
                    <a:moveTo>
                      <a:pt x="242867" y="0"/>
                    </a:moveTo>
                    <a:lnTo>
                      <a:pt x="0" y="4859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5542111" y="3051927"/>
                <a:ext cx="33161" cy="33199"/>
              </a:xfrm>
              <a:custGeom>
                <a:rect b="b" l="l" r="r" t="t"/>
                <a:pathLst>
                  <a:path extrusionOk="0" h="33199" w="33161">
                    <a:moveTo>
                      <a:pt x="31668" y="23441"/>
                    </a:moveTo>
                    <a:cubicBezTo>
                      <a:pt x="27867" y="31802"/>
                      <a:pt x="18081" y="35507"/>
                      <a:pt x="9719" y="31707"/>
                    </a:cubicBezTo>
                    <a:cubicBezTo>
                      <a:pt x="1357" y="27906"/>
                      <a:pt x="-2253" y="18120"/>
                      <a:pt x="1452" y="9759"/>
                    </a:cubicBezTo>
                    <a:cubicBezTo>
                      <a:pt x="5253" y="1398"/>
                      <a:pt x="15040" y="-2307"/>
                      <a:pt x="23402" y="1493"/>
                    </a:cubicBezTo>
                    <a:cubicBezTo>
                      <a:pt x="31763" y="5294"/>
                      <a:pt x="35469" y="15080"/>
                      <a:pt x="31668" y="23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5801538" y="2582544"/>
                <a:ext cx="34586" cy="360282"/>
              </a:xfrm>
              <a:custGeom>
                <a:rect b="b" l="l" r="r" t="t"/>
                <a:pathLst>
                  <a:path extrusionOk="0" h="360282" w="34586">
                    <a:moveTo>
                      <a:pt x="0" y="0"/>
                    </a:moveTo>
                    <a:lnTo>
                      <a:pt x="34587" y="3602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4"/>
              <p:cNvSpPr/>
              <p:nvPr/>
            </p:nvSpPr>
            <p:spPr>
              <a:xfrm>
                <a:off x="5819494" y="2926292"/>
                <a:ext cx="33167" cy="33164"/>
              </a:xfrm>
              <a:custGeom>
                <a:rect b="b" l="l" r="r" t="t"/>
                <a:pathLst>
                  <a:path extrusionOk="0" h="33164" w="33167">
                    <a:moveTo>
                      <a:pt x="573" y="20905"/>
                    </a:moveTo>
                    <a:cubicBezTo>
                      <a:pt x="2948" y="29741"/>
                      <a:pt x="12070" y="34967"/>
                      <a:pt x="20907" y="32592"/>
                    </a:cubicBezTo>
                    <a:cubicBezTo>
                      <a:pt x="29744" y="30216"/>
                      <a:pt x="34970" y="21095"/>
                      <a:pt x="32594" y="12259"/>
                    </a:cubicBezTo>
                    <a:cubicBezTo>
                      <a:pt x="30219" y="3423"/>
                      <a:pt x="21097" y="-1802"/>
                      <a:pt x="12260" y="573"/>
                    </a:cubicBezTo>
                    <a:cubicBezTo>
                      <a:pt x="3424" y="2948"/>
                      <a:pt x="-1802" y="12069"/>
                      <a:pt x="573" y="209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4"/>
              <p:cNvSpPr/>
              <p:nvPr/>
            </p:nvSpPr>
            <p:spPr>
              <a:xfrm>
                <a:off x="5801538" y="2582544"/>
                <a:ext cx="301587" cy="163609"/>
              </a:xfrm>
              <a:custGeom>
                <a:rect b="b" l="l" r="r" t="t"/>
                <a:pathLst>
                  <a:path extrusionOk="0" h="163609" w="301587">
                    <a:moveTo>
                      <a:pt x="0" y="0"/>
                    </a:moveTo>
                    <a:lnTo>
                      <a:pt x="301588" y="16360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4"/>
              <p:cNvSpPr/>
              <p:nvPr/>
            </p:nvSpPr>
            <p:spPr>
              <a:xfrm>
                <a:off x="6086443" y="2729567"/>
                <a:ext cx="33157" cy="33077"/>
              </a:xfrm>
              <a:custGeom>
                <a:rect b="b" l="l" r="r" t="t"/>
                <a:pathLst>
                  <a:path extrusionOk="0" h="33077" w="33157">
                    <a:moveTo>
                      <a:pt x="27040" y="3665"/>
                    </a:moveTo>
                    <a:cubicBezTo>
                      <a:pt x="34166" y="9461"/>
                      <a:pt x="35211" y="19817"/>
                      <a:pt x="29415" y="26943"/>
                    </a:cubicBezTo>
                    <a:cubicBezTo>
                      <a:pt x="23619" y="34069"/>
                      <a:pt x="13262" y="35114"/>
                      <a:pt x="6136" y="29413"/>
                    </a:cubicBezTo>
                    <a:cubicBezTo>
                      <a:pt x="-991" y="23617"/>
                      <a:pt x="-2036" y="13261"/>
                      <a:pt x="3665" y="6135"/>
                    </a:cubicBezTo>
                    <a:cubicBezTo>
                      <a:pt x="9461" y="-991"/>
                      <a:pt x="19913" y="-2036"/>
                      <a:pt x="26945" y="36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4"/>
              <p:cNvSpPr/>
              <p:nvPr/>
            </p:nvSpPr>
            <p:spPr>
              <a:xfrm>
                <a:off x="5801538" y="2582544"/>
                <a:ext cx="493524" cy="75628"/>
              </a:xfrm>
              <a:custGeom>
                <a:rect b="b" l="l" r="r" t="t"/>
                <a:pathLst>
                  <a:path extrusionOk="0" h="75628" w="493524">
                    <a:moveTo>
                      <a:pt x="0" y="0"/>
                    </a:moveTo>
                    <a:lnTo>
                      <a:pt x="493525" y="75629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4"/>
              <p:cNvSpPr/>
              <p:nvPr/>
            </p:nvSpPr>
            <p:spPr>
              <a:xfrm>
                <a:off x="6278620" y="2641627"/>
                <a:ext cx="33074" cy="33082"/>
              </a:xfrm>
              <a:custGeom>
                <a:rect b="b" l="l" r="r" t="t"/>
                <a:pathLst>
                  <a:path extrusionOk="0" h="33082" w="33074">
                    <a:moveTo>
                      <a:pt x="22143" y="32128"/>
                    </a:moveTo>
                    <a:cubicBezTo>
                      <a:pt x="30695" y="28993"/>
                      <a:pt x="35161" y="19492"/>
                      <a:pt x="32120" y="10941"/>
                    </a:cubicBezTo>
                    <a:cubicBezTo>
                      <a:pt x="28985" y="2295"/>
                      <a:pt x="19483" y="-2076"/>
                      <a:pt x="10931" y="964"/>
                    </a:cubicBezTo>
                    <a:cubicBezTo>
                      <a:pt x="2380" y="4100"/>
                      <a:pt x="-2086" y="13601"/>
                      <a:pt x="954" y="22152"/>
                    </a:cubicBezTo>
                    <a:cubicBezTo>
                      <a:pt x="4090" y="30703"/>
                      <a:pt x="13592" y="35169"/>
                      <a:pt x="22143" y="32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24"/>
              <p:cNvSpPr/>
              <p:nvPr/>
            </p:nvSpPr>
            <p:spPr>
              <a:xfrm>
                <a:off x="5801538" y="2522307"/>
                <a:ext cx="310329" cy="60237"/>
              </a:xfrm>
              <a:custGeom>
                <a:rect b="b" l="l" r="r" t="t"/>
                <a:pathLst>
                  <a:path extrusionOk="0" h="60237" w="310329">
                    <a:moveTo>
                      <a:pt x="0" y="60237"/>
                    </a:moveTo>
                    <a:lnTo>
                      <a:pt x="31033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24"/>
              <p:cNvSpPr/>
              <p:nvPr/>
            </p:nvSpPr>
            <p:spPr>
              <a:xfrm>
                <a:off x="6095279" y="2505815"/>
                <a:ext cx="33082" cy="33181"/>
              </a:xfrm>
              <a:custGeom>
                <a:rect b="b" l="l" r="r" t="t"/>
                <a:pathLst>
                  <a:path extrusionOk="0" h="33181" w="33082">
                    <a:moveTo>
                      <a:pt x="11647" y="720"/>
                    </a:moveTo>
                    <a:cubicBezTo>
                      <a:pt x="20389" y="-1940"/>
                      <a:pt x="29606" y="3000"/>
                      <a:pt x="32361" y="11741"/>
                    </a:cubicBezTo>
                    <a:cubicBezTo>
                      <a:pt x="35022" y="20483"/>
                      <a:pt x="30081" y="29794"/>
                      <a:pt x="21434" y="32454"/>
                    </a:cubicBezTo>
                    <a:cubicBezTo>
                      <a:pt x="12692" y="35114"/>
                      <a:pt x="3476" y="30269"/>
                      <a:pt x="720" y="21433"/>
                    </a:cubicBezTo>
                    <a:cubicBezTo>
                      <a:pt x="-1940" y="12692"/>
                      <a:pt x="3001" y="3380"/>
                      <a:pt x="11742" y="7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4"/>
              <p:cNvSpPr/>
              <p:nvPr/>
            </p:nvSpPr>
            <p:spPr>
              <a:xfrm>
                <a:off x="5801538" y="2334755"/>
                <a:ext cx="351757" cy="247789"/>
              </a:xfrm>
              <a:custGeom>
                <a:rect b="b" l="l" r="r" t="t"/>
                <a:pathLst>
                  <a:path extrusionOk="0" h="247789" w="351757">
                    <a:moveTo>
                      <a:pt x="0" y="247789"/>
                    </a:moveTo>
                    <a:lnTo>
                      <a:pt x="351758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4"/>
              <p:cNvSpPr/>
              <p:nvPr/>
            </p:nvSpPr>
            <p:spPr>
              <a:xfrm>
                <a:off x="6136778" y="2318143"/>
                <a:ext cx="33129" cy="33127"/>
              </a:xfrm>
              <a:custGeom>
                <a:rect b="b" l="l" r="r" t="t"/>
                <a:pathLst>
                  <a:path extrusionOk="0" h="33127" w="33129">
                    <a:moveTo>
                      <a:pt x="27539" y="28963"/>
                    </a:moveTo>
                    <a:cubicBezTo>
                      <a:pt x="34381" y="22882"/>
                      <a:pt x="35046" y="12431"/>
                      <a:pt x="28965" y="5590"/>
                    </a:cubicBezTo>
                    <a:cubicBezTo>
                      <a:pt x="22884" y="-1251"/>
                      <a:pt x="12432" y="-1916"/>
                      <a:pt x="5590" y="4165"/>
                    </a:cubicBezTo>
                    <a:cubicBezTo>
                      <a:pt x="-1251" y="10245"/>
                      <a:pt x="-1916" y="20697"/>
                      <a:pt x="4165" y="27537"/>
                    </a:cubicBezTo>
                    <a:cubicBezTo>
                      <a:pt x="10246" y="34378"/>
                      <a:pt x="20698" y="35043"/>
                      <a:pt x="27539" y="289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4"/>
              <p:cNvSpPr/>
              <p:nvPr/>
            </p:nvSpPr>
            <p:spPr>
              <a:xfrm>
                <a:off x="5801538" y="2318223"/>
                <a:ext cx="185380" cy="264321"/>
              </a:xfrm>
              <a:custGeom>
                <a:rect b="b" l="l" r="r" t="t"/>
                <a:pathLst>
                  <a:path extrusionOk="0" h="264321" w="185380">
                    <a:moveTo>
                      <a:pt x="0" y="264321"/>
                    </a:moveTo>
                    <a:lnTo>
                      <a:pt x="185381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4"/>
              <p:cNvSpPr/>
              <p:nvPr/>
            </p:nvSpPr>
            <p:spPr>
              <a:xfrm>
                <a:off x="5970434" y="2301644"/>
                <a:ext cx="33064" cy="33062"/>
              </a:xfrm>
              <a:custGeom>
                <a:rect b="b" l="l" r="r" t="t"/>
                <a:pathLst>
                  <a:path extrusionOk="0" h="33062" w="33064">
                    <a:moveTo>
                      <a:pt x="3277" y="6602"/>
                    </a:moveTo>
                    <a:cubicBezTo>
                      <a:pt x="8788" y="-713"/>
                      <a:pt x="19145" y="-2139"/>
                      <a:pt x="26462" y="3277"/>
                    </a:cubicBezTo>
                    <a:cubicBezTo>
                      <a:pt x="33778" y="8788"/>
                      <a:pt x="35203" y="19144"/>
                      <a:pt x="29787" y="26460"/>
                    </a:cubicBezTo>
                    <a:cubicBezTo>
                      <a:pt x="24276" y="33776"/>
                      <a:pt x="13919" y="35201"/>
                      <a:pt x="6603" y="29785"/>
                    </a:cubicBezTo>
                    <a:cubicBezTo>
                      <a:pt x="-713" y="24275"/>
                      <a:pt x="-2139" y="13918"/>
                      <a:pt x="3277" y="66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4"/>
              <p:cNvSpPr/>
              <p:nvPr/>
            </p:nvSpPr>
            <p:spPr>
              <a:xfrm>
                <a:off x="5751273" y="2429006"/>
                <a:ext cx="50264" cy="153538"/>
              </a:xfrm>
              <a:custGeom>
                <a:rect b="b" l="l" r="r" t="t"/>
                <a:pathLst>
                  <a:path extrusionOk="0" h="153538" w="50264">
                    <a:moveTo>
                      <a:pt x="50265" y="15353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4"/>
              <p:cNvSpPr/>
              <p:nvPr/>
            </p:nvSpPr>
            <p:spPr>
              <a:xfrm>
                <a:off x="5734608" y="2412437"/>
                <a:ext cx="33140" cy="33137"/>
              </a:xfrm>
              <a:custGeom>
                <a:rect b="b" l="l" r="r" t="t"/>
                <a:pathLst>
                  <a:path extrusionOk="0" h="33137" w="33140">
                    <a:moveTo>
                      <a:pt x="31393" y="9158"/>
                    </a:moveTo>
                    <a:cubicBezTo>
                      <a:pt x="27307" y="987"/>
                      <a:pt x="17330" y="-2338"/>
                      <a:pt x="9159" y="1747"/>
                    </a:cubicBezTo>
                    <a:cubicBezTo>
                      <a:pt x="987" y="5833"/>
                      <a:pt x="-2338" y="15809"/>
                      <a:pt x="1747" y="23980"/>
                    </a:cubicBezTo>
                    <a:cubicBezTo>
                      <a:pt x="5833" y="32151"/>
                      <a:pt x="15810" y="35476"/>
                      <a:pt x="23982" y="31391"/>
                    </a:cubicBezTo>
                    <a:cubicBezTo>
                      <a:pt x="32153" y="27305"/>
                      <a:pt x="35479" y="17329"/>
                      <a:pt x="31393" y="9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4"/>
              <p:cNvSpPr/>
              <p:nvPr/>
            </p:nvSpPr>
            <p:spPr>
              <a:xfrm>
                <a:off x="5645898" y="2364873"/>
                <a:ext cx="155639" cy="217670"/>
              </a:xfrm>
              <a:custGeom>
                <a:rect b="b" l="l" r="r" t="t"/>
                <a:pathLst>
                  <a:path extrusionOk="0" h="217670" w="155639">
                    <a:moveTo>
                      <a:pt x="155640" y="21767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4"/>
              <p:cNvSpPr/>
              <p:nvPr/>
            </p:nvSpPr>
            <p:spPr>
              <a:xfrm>
                <a:off x="5629348" y="2348230"/>
                <a:ext cx="33194" cy="33191"/>
              </a:xfrm>
              <a:custGeom>
                <a:rect b="b" l="l" r="r" t="t"/>
                <a:pathLst>
                  <a:path extrusionOk="0" h="33191" w="33194">
                    <a:moveTo>
                      <a:pt x="1347" y="23104"/>
                    </a:moveTo>
                    <a:cubicBezTo>
                      <a:pt x="-2264" y="14743"/>
                      <a:pt x="1632" y="4957"/>
                      <a:pt x="10088" y="1347"/>
                    </a:cubicBezTo>
                    <a:cubicBezTo>
                      <a:pt x="18545" y="-2264"/>
                      <a:pt x="28237" y="1632"/>
                      <a:pt x="31848" y="10088"/>
                    </a:cubicBezTo>
                    <a:cubicBezTo>
                      <a:pt x="35458" y="18449"/>
                      <a:pt x="31563" y="28235"/>
                      <a:pt x="23106" y="31845"/>
                    </a:cubicBezTo>
                    <a:cubicBezTo>
                      <a:pt x="14649" y="35456"/>
                      <a:pt x="4958" y="31560"/>
                      <a:pt x="1347" y="231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4"/>
              <p:cNvSpPr/>
              <p:nvPr/>
            </p:nvSpPr>
            <p:spPr>
              <a:xfrm>
                <a:off x="5484937" y="2281263"/>
                <a:ext cx="316600" cy="301280"/>
              </a:xfrm>
              <a:custGeom>
                <a:rect b="b" l="l" r="r" t="t"/>
                <a:pathLst>
                  <a:path extrusionOk="0" h="301280" w="316600">
                    <a:moveTo>
                      <a:pt x="316601" y="30128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4"/>
              <p:cNvSpPr/>
              <p:nvPr/>
            </p:nvSpPr>
            <p:spPr>
              <a:xfrm>
                <a:off x="5468369" y="2264696"/>
                <a:ext cx="33136" cy="33133"/>
              </a:xfrm>
              <a:custGeom>
                <a:rect b="b" l="l" r="r" t="t"/>
                <a:pathLst>
                  <a:path extrusionOk="0" h="33133" w="33136">
                    <a:moveTo>
                      <a:pt x="24360" y="1935"/>
                    </a:moveTo>
                    <a:cubicBezTo>
                      <a:pt x="16283" y="-2340"/>
                      <a:pt x="6211" y="700"/>
                      <a:pt x="1935" y="8776"/>
                    </a:cubicBezTo>
                    <a:cubicBezTo>
                      <a:pt x="-2341" y="16852"/>
                      <a:pt x="700" y="26828"/>
                      <a:pt x="8777" y="31199"/>
                    </a:cubicBezTo>
                    <a:cubicBezTo>
                      <a:pt x="16853" y="35474"/>
                      <a:pt x="26830" y="32434"/>
                      <a:pt x="31201" y="24358"/>
                    </a:cubicBezTo>
                    <a:cubicBezTo>
                      <a:pt x="35477" y="16282"/>
                      <a:pt x="32436" y="6306"/>
                      <a:pt x="24360" y="19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4"/>
              <p:cNvSpPr/>
              <p:nvPr/>
            </p:nvSpPr>
            <p:spPr>
              <a:xfrm>
                <a:off x="5451776" y="2462165"/>
                <a:ext cx="349762" cy="120379"/>
              </a:xfrm>
              <a:custGeom>
                <a:rect b="b" l="l" r="r" t="t"/>
                <a:pathLst>
                  <a:path extrusionOk="0" h="120379" w="349762">
                    <a:moveTo>
                      <a:pt x="349762" y="12037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4"/>
              <p:cNvSpPr/>
              <p:nvPr/>
            </p:nvSpPr>
            <p:spPr>
              <a:xfrm>
                <a:off x="5435266" y="2445562"/>
                <a:ext cx="33079" cy="33077"/>
              </a:xfrm>
              <a:custGeom>
                <a:rect b="b" l="l" r="r" t="t"/>
                <a:pathLst>
                  <a:path extrusionOk="0" h="33077" w="33079">
                    <a:moveTo>
                      <a:pt x="9193" y="31425"/>
                    </a:moveTo>
                    <a:cubicBezTo>
                      <a:pt x="1021" y="27339"/>
                      <a:pt x="-2304" y="17458"/>
                      <a:pt x="1687" y="9192"/>
                    </a:cubicBezTo>
                    <a:cubicBezTo>
                      <a:pt x="5772" y="1021"/>
                      <a:pt x="15654" y="-2304"/>
                      <a:pt x="23921" y="1686"/>
                    </a:cubicBezTo>
                    <a:cubicBezTo>
                      <a:pt x="32092" y="5772"/>
                      <a:pt x="35418" y="15653"/>
                      <a:pt x="31332" y="23919"/>
                    </a:cubicBezTo>
                    <a:cubicBezTo>
                      <a:pt x="27246" y="32090"/>
                      <a:pt x="17365" y="35415"/>
                      <a:pt x="9098" y="313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" name="Google Shape;632;p24"/>
            <p:cNvGrpSpPr/>
            <p:nvPr/>
          </p:nvGrpSpPr>
          <p:grpSpPr>
            <a:xfrm>
              <a:off x="668085" y="94513"/>
              <a:ext cx="2095205" cy="350538"/>
              <a:chOff x="1550610" y="4704238"/>
              <a:chExt cx="2095205" cy="350538"/>
            </a:xfrm>
          </p:grpSpPr>
          <p:grpSp>
            <p:nvGrpSpPr>
              <p:cNvPr id="633" name="Google Shape;633;p24"/>
              <p:cNvGrpSpPr/>
              <p:nvPr/>
            </p:nvGrpSpPr>
            <p:grpSpPr>
              <a:xfrm>
                <a:off x="1550610" y="4929675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34" name="Google Shape;634;p24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35" name="Google Shape;635;p24"/>
                <p:cNvCxnSpPr>
                  <a:stCxn id="634" idx="6"/>
                  <a:endCxn id="636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36" name="Google Shape;636;p24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  <p:grpSp>
            <p:nvGrpSpPr>
              <p:cNvPr id="637" name="Google Shape;637;p24"/>
              <p:cNvGrpSpPr/>
              <p:nvPr/>
            </p:nvGrpSpPr>
            <p:grpSpPr>
              <a:xfrm>
                <a:off x="2143685" y="4704238"/>
                <a:ext cx="1502130" cy="125100"/>
                <a:chOff x="1550610" y="4929675"/>
                <a:chExt cx="1502130" cy="125100"/>
              </a:xfrm>
            </p:grpSpPr>
            <p:sp>
              <p:nvSpPr>
                <p:cNvPr id="638" name="Google Shape;638;p24"/>
                <p:cNvSpPr/>
                <p:nvPr/>
              </p:nvSpPr>
              <p:spPr>
                <a:xfrm>
                  <a:off x="155061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  <p:cxnSp>
              <p:nvCxnSpPr>
                <p:cNvPr id="639" name="Google Shape;639;p24"/>
                <p:cNvCxnSpPr>
                  <a:stCxn id="638" idx="6"/>
                  <a:endCxn id="640" idx="2"/>
                </p:cNvCxnSpPr>
                <p:nvPr/>
              </p:nvCxnSpPr>
              <p:spPr>
                <a:xfrm>
                  <a:off x="1675710" y="4992225"/>
                  <a:ext cx="1251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40" name="Google Shape;640;p24"/>
                <p:cNvSpPr/>
                <p:nvPr/>
              </p:nvSpPr>
              <p:spPr>
                <a:xfrm>
                  <a:off x="2927640" y="4929675"/>
                  <a:ext cx="125100" cy="125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Inter Tight"/>
                    <a:ea typeface="Inter Tight"/>
                    <a:cs typeface="Inter Tight"/>
                    <a:sym typeface="Inter Tight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5"/>
          <p:cNvSpPr/>
          <p:nvPr/>
        </p:nvSpPr>
        <p:spPr>
          <a:xfrm>
            <a:off x="1820425" y="3150975"/>
            <a:ext cx="5503200" cy="485100"/>
          </a:xfrm>
          <a:prstGeom prst="roundRect">
            <a:avLst>
              <a:gd fmla="val 248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46" name="Google Shape;646;p25"/>
          <p:cNvSpPr txBox="1"/>
          <p:nvPr>
            <p:ph type="ctrTitle"/>
          </p:nvPr>
        </p:nvSpPr>
        <p:spPr>
          <a:xfrm>
            <a:off x="1982275" y="1507425"/>
            <a:ext cx="5179500" cy="15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Event Case</a:t>
            </a:r>
            <a:endParaRPr b="0"/>
          </a:p>
        </p:txBody>
      </p:sp>
      <p:sp>
        <p:nvSpPr>
          <p:cNvPr id="647" name="Google Shape;647;p25"/>
          <p:cNvSpPr txBox="1"/>
          <p:nvPr>
            <p:ph idx="1" type="subTitle"/>
          </p:nvPr>
        </p:nvSpPr>
        <p:spPr>
          <a:xfrm>
            <a:off x="1982375" y="3192628"/>
            <a:ext cx="51795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Assessment Test for Data Scientist Position</a:t>
            </a:r>
            <a:endParaRPr/>
          </a:p>
        </p:txBody>
      </p:sp>
      <p:grpSp>
        <p:nvGrpSpPr>
          <p:cNvPr id="648" name="Google Shape;648;p25"/>
          <p:cNvGrpSpPr/>
          <p:nvPr/>
        </p:nvGrpSpPr>
        <p:grpSpPr>
          <a:xfrm>
            <a:off x="777005" y="768108"/>
            <a:ext cx="469058" cy="448115"/>
            <a:chOff x="5348931" y="2165350"/>
            <a:chExt cx="962763" cy="919776"/>
          </a:xfrm>
        </p:grpSpPr>
        <p:sp>
          <p:nvSpPr>
            <p:cNvPr id="649" name="Google Shape;649;p25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5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25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25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25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25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25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25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25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25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25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25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25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5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25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5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25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25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9" name="Google Shape;679;p25"/>
          <p:cNvSpPr/>
          <p:nvPr/>
        </p:nvSpPr>
        <p:spPr>
          <a:xfrm>
            <a:off x="7438931" y="32613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1440681" y="32613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5"/>
          <p:cNvSpPr txBox="1"/>
          <p:nvPr/>
        </p:nvSpPr>
        <p:spPr>
          <a:xfrm>
            <a:off x="2959350" y="3688725"/>
            <a:ext cx="3225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Ekky Rino Fajar Sakti</a:t>
            </a:r>
            <a:endParaRPr sz="1300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085857755464┃ekky.rino@gmail.com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6"/>
          <p:cNvSpPr/>
          <p:nvPr/>
        </p:nvSpPr>
        <p:spPr>
          <a:xfrm>
            <a:off x="3340334" y="2867286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3340334" y="1679801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1121043" y="2867286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1121043" y="1679801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90" name="Google Shape;690;p26"/>
          <p:cNvSpPr txBox="1"/>
          <p:nvPr>
            <p:ph idx="1" type="subTitle"/>
          </p:nvPr>
        </p:nvSpPr>
        <p:spPr>
          <a:xfrm>
            <a:off x="487845" y="2103971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Introduction</a:t>
            </a:r>
            <a:endParaRPr sz="1155"/>
          </a:p>
        </p:txBody>
      </p:sp>
      <p:sp>
        <p:nvSpPr>
          <p:cNvPr id="691" name="Google Shape;691;p26"/>
          <p:cNvSpPr txBox="1"/>
          <p:nvPr>
            <p:ph idx="5" type="subTitle"/>
          </p:nvPr>
        </p:nvSpPr>
        <p:spPr>
          <a:xfrm>
            <a:off x="2707135" y="2103971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Data Exploration</a:t>
            </a:r>
            <a:endParaRPr sz="1155"/>
          </a:p>
        </p:txBody>
      </p:sp>
      <p:sp>
        <p:nvSpPr>
          <p:cNvPr id="692" name="Google Shape;692;p26"/>
          <p:cNvSpPr txBox="1"/>
          <p:nvPr>
            <p:ph idx="6" type="subTitle"/>
          </p:nvPr>
        </p:nvSpPr>
        <p:spPr>
          <a:xfrm>
            <a:off x="487845" y="3291425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Modeling</a:t>
            </a:r>
            <a:endParaRPr sz="1155"/>
          </a:p>
        </p:txBody>
      </p:sp>
      <p:sp>
        <p:nvSpPr>
          <p:cNvPr id="693" name="Google Shape;693;p26"/>
          <p:cNvSpPr txBox="1"/>
          <p:nvPr>
            <p:ph idx="7" type="subTitle"/>
          </p:nvPr>
        </p:nvSpPr>
        <p:spPr>
          <a:xfrm>
            <a:off x="2707135" y="3291425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Evaluation</a:t>
            </a:r>
            <a:endParaRPr sz="1155"/>
          </a:p>
        </p:txBody>
      </p:sp>
      <p:sp>
        <p:nvSpPr>
          <p:cNvPr id="694" name="Google Shape;694;p26"/>
          <p:cNvSpPr/>
          <p:nvPr/>
        </p:nvSpPr>
        <p:spPr>
          <a:xfrm>
            <a:off x="845233" y="1812209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1661586" y="1812209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845233" y="2999663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1661586" y="2999663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3085248" y="1812209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3901601" y="1812209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3085248" y="2999663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3901601" y="2999663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 txBox="1"/>
          <p:nvPr>
            <p:ph idx="8"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03" name="Google Shape;703;p26"/>
          <p:cNvSpPr txBox="1"/>
          <p:nvPr>
            <p:ph type="title"/>
          </p:nvPr>
        </p:nvSpPr>
        <p:spPr>
          <a:xfrm>
            <a:off x="1156483" y="1812216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01</a:t>
            </a:r>
            <a:endParaRPr sz="1412"/>
          </a:p>
        </p:txBody>
      </p:sp>
      <p:sp>
        <p:nvSpPr>
          <p:cNvPr id="704" name="Google Shape;704;p26"/>
          <p:cNvSpPr txBox="1"/>
          <p:nvPr>
            <p:ph idx="2" type="title"/>
          </p:nvPr>
        </p:nvSpPr>
        <p:spPr>
          <a:xfrm>
            <a:off x="3375774" y="1812216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02</a:t>
            </a:r>
            <a:endParaRPr sz="1412"/>
          </a:p>
        </p:txBody>
      </p:sp>
      <p:sp>
        <p:nvSpPr>
          <p:cNvPr id="705" name="Google Shape;705;p26"/>
          <p:cNvSpPr txBox="1"/>
          <p:nvPr>
            <p:ph idx="3" type="title"/>
          </p:nvPr>
        </p:nvSpPr>
        <p:spPr>
          <a:xfrm>
            <a:off x="1156483" y="2999669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05</a:t>
            </a:r>
            <a:endParaRPr sz="1412"/>
          </a:p>
        </p:txBody>
      </p:sp>
      <p:sp>
        <p:nvSpPr>
          <p:cNvPr id="706" name="Google Shape;706;p26"/>
          <p:cNvSpPr txBox="1"/>
          <p:nvPr>
            <p:ph idx="4" type="title"/>
          </p:nvPr>
        </p:nvSpPr>
        <p:spPr>
          <a:xfrm>
            <a:off x="3375774" y="2999669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06</a:t>
            </a:r>
            <a:endParaRPr sz="1412"/>
          </a:p>
        </p:txBody>
      </p:sp>
      <p:sp>
        <p:nvSpPr>
          <p:cNvPr id="707" name="Google Shape;707;p26"/>
          <p:cNvSpPr/>
          <p:nvPr/>
        </p:nvSpPr>
        <p:spPr>
          <a:xfrm>
            <a:off x="7637434" y="2867274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7637434" y="1679788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5418143" y="2867274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5418143" y="1679788"/>
            <a:ext cx="434400" cy="43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8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11" name="Google Shape;711;p26"/>
          <p:cNvSpPr txBox="1"/>
          <p:nvPr>
            <p:ph idx="1" type="subTitle"/>
          </p:nvPr>
        </p:nvSpPr>
        <p:spPr>
          <a:xfrm>
            <a:off x="4784945" y="2103959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Feature Engineering</a:t>
            </a:r>
            <a:endParaRPr sz="1155"/>
          </a:p>
        </p:txBody>
      </p:sp>
      <p:sp>
        <p:nvSpPr>
          <p:cNvPr id="712" name="Google Shape;712;p26"/>
          <p:cNvSpPr txBox="1"/>
          <p:nvPr>
            <p:ph idx="5" type="subTitle"/>
          </p:nvPr>
        </p:nvSpPr>
        <p:spPr>
          <a:xfrm>
            <a:off x="7004235" y="2103959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Data Preparation</a:t>
            </a:r>
            <a:endParaRPr sz="1155"/>
          </a:p>
        </p:txBody>
      </p:sp>
      <p:sp>
        <p:nvSpPr>
          <p:cNvPr id="713" name="Google Shape;713;p26"/>
          <p:cNvSpPr txBox="1"/>
          <p:nvPr>
            <p:ph idx="6" type="subTitle"/>
          </p:nvPr>
        </p:nvSpPr>
        <p:spPr>
          <a:xfrm>
            <a:off x="4784945" y="3291412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Feature Importance</a:t>
            </a:r>
            <a:endParaRPr sz="1155"/>
          </a:p>
        </p:txBody>
      </p:sp>
      <p:sp>
        <p:nvSpPr>
          <p:cNvPr id="714" name="Google Shape;714;p26"/>
          <p:cNvSpPr txBox="1"/>
          <p:nvPr>
            <p:ph idx="7" type="subTitle"/>
          </p:nvPr>
        </p:nvSpPr>
        <p:spPr>
          <a:xfrm>
            <a:off x="7004235" y="3291412"/>
            <a:ext cx="1701000" cy="282900"/>
          </a:xfrm>
          <a:prstGeom prst="rect">
            <a:avLst/>
          </a:prstGeom>
        </p:spPr>
        <p:txBody>
          <a:bodyPr anchorCtr="0" anchor="t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6"/>
              <a:buFont typeface="Arial"/>
              <a:buNone/>
            </a:pPr>
            <a:r>
              <a:rPr lang="en" sz="1155"/>
              <a:t>Summary</a:t>
            </a:r>
            <a:endParaRPr sz="1155"/>
          </a:p>
        </p:txBody>
      </p:sp>
      <p:sp>
        <p:nvSpPr>
          <p:cNvPr id="715" name="Google Shape;715;p26"/>
          <p:cNvSpPr/>
          <p:nvPr/>
        </p:nvSpPr>
        <p:spPr>
          <a:xfrm>
            <a:off x="5142333" y="1812197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5958686" y="1812197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5142333" y="2999650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5958686" y="2999650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7382348" y="1812197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8198701" y="1812197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/>
          <p:nvPr/>
        </p:nvSpPr>
        <p:spPr>
          <a:xfrm>
            <a:off x="7382348" y="2999650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6"/>
          <p:cNvSpPr/>
          <p:nvPr/>
        </p:nvSpPr>
        <p:spPr>
          <a:xfrm>
            <a:off x="8198701" y="2999650"/>
            <a:ext cx="169899" cy="169887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9350" lIns="58700" spcFirstLastPara="1" rIns="58700" wrap="square" tIns="2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6"/>
          <p:cNvSpPr txBox="1"/>
          <p:nvPr>
            <p:ph type="title"/>
          </p:nvPr>
        </p:nvSpPr>
        <p:spPr>
          <a:xfrm>
            <a:off x="5453583" y="1812204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03</a:t>
            </a:r>
            <a:endParaRPr sz="1412"/>
          </a:p>
        </p:txBody>
      </p:sp>
      <p:sp>
        <p:nvSpPr>
          <p:cNvPr id="724" name="Google Shape;724;p26"/>
          <p:cNvSpPr txBox="1"/>
          <p:nvPr>
            <p:ph idx="2" type="title"/>
          </p:nvPr>
        </p:nvSpPr>
        <p:spPr>
          <a:xfrm>
            <a:off x="7672874" y="1812204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04</a:t>
            </a:r>
            <a:endParaRPr sz="1412"/>
          </a:p>
        </p:txBody>
      </p:sp>
      <p:sp>
        <p:nvSpPr>
          <p:cNvPr id="725" name="Google Shape;725;p26"/>
          <p:cNvSpPr txBox="1"/>
          <p:nvPr>
            <p:ph idx="3" type="title"/>
          </p:nvPr>
        </p:nvSpPr>
        <p:spPr>
          <a:xfrm>
            <a:off x="5453583" y="2999657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07</a:t>
            </a:r>
            <a:endParaRPr sz="1412"/>
          </a:p>
        </p:txBody>
      </p:sp>
      <p:sp>
        <p:nvSpPr>
          <p:cNvPr id="726" name="Google Shape;726;p26"/>
          <p:cNvSpPr txBox="1"/>
          <p:nvPr>
            <p:ph idx="4" type="title"/>
          </p:nvPr>
        </p:nvSpPr>
        <p:spPr>
          <a:xfrm>
            <a:off x="7672874" y="2999657"/>
            <a:ext cx="363600" cy="169800"/>
          </a:xfrm>
          <a:prstGeom prst="rect">
            <a:avLst/>
          </a:prstGeom>
        </p:spPr>
        <p:txBody>
          <a:bodyPr anchorCtr="0" anchor="ctr" bIns="58700" lIns="58700" spcFirstLastPara="1" rIns="58700" wrap="square" tIns="58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2"/>
              <a:t>08</a:t>
            </a:r>
            <a:endParaRPr sz="141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7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4" name="Google Shape;734;p27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735" name="Google Shape;735;p27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27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7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27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27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6" name="Google Shape;766;p27"/>
          <p:cNvSpPr txBox="1"/>
          <p:nvPr>
            <p:ph idx="2" type="title"/>
          </p:nvPr>
        </p:nvSpPr>
        <p:spPr>
          <a:xfrm>
            <a:off x="4079850" y="1430175"/>
            <a:ext cx="9843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8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Context</a:t>
            </a:r>
            <a:endParaRPr/>
          </a:p>
        </p:txBody>
      </p:sp>
      <p:sp>
        <p:nvSpPr>
          <p:cNvPr id="772" name="Google Shape;772;p28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customer manages a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fleet of machines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that transmit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daily aggregated telemetry data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Machine events could lead to maintenance issues, downtime, and suboptimal provisioning if not anticipated properly.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 improve operational efficiency, the customer seeks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better understand and predict machine event occurrences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in advance.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778" name="Google Shape;778;p29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F11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Predict Machine Events to Optimize Maintenance &amp; Prevent Downtime</a:t>
            </a:r>
            <a:endParaRPr b="1"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784" name="Google Shape;784;p30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F11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Programming Language: Python</a:t>
            </a:r>
            <a:endParaRPr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F11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IDE: Jupyter Notebook</a:t>
            </a:r>
            <a:endParaRPr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F11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Wrangling Library: Pandas, Numpy</a:t>
            </a:r>
            <a:endParaRPr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F11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Machine Learning Library: scikit-learn, xgboost</a:t>
            </a:r>
            <a:endParaRPr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1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</a:t>
            </a:r>
            <a:endParaRPr/>
          </a:p>
        </p:txBody>
      </p:sp>
      <p:sp>
        <p:nvSpPr>
          <p:cNvPr id="790" name="Google Shape;790;p31"/>
          <p:cNvSpPr txBox="1"/>
          <p:nvPr>
            <p:ph idx="1" type="subTitle"/>
          </p:nvPr>
        </p:nvSpPr>
        <p:spPr>
          <a:xfrm>
            <a:off x="892111" y="1112200"/>
            <a:ext cx="7283700" cy="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provided dataset consists of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daily records per machine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containing: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1" name="Google Shape;791;p31"/>
          <p:cNvGraphicFramePr/>
          <p:nvPr/>
        </p:nvGraphicFramePr>
        <p:xfrm>
          <a:off x="976688" y="153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2661750"/>
                <a:gridCol w="42229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Variable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date of observation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Machine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Machine serial number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uniquely identifying each machine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Event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 binary target variable. 1 indicating event, while 0 otherwise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Feature1 - Feature9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9 machine-level features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describing machine behavior and condition for that day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2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9" name="Google Shape;799;p32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800" name="Google Shape;800;p32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0" name="Google Shape;830;p32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Exploration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1" name="Google Shape;831;p32"/>
          <p:cNvSpPr txBox="1"/>
          <p:nvPr>
            <p:ph idx="2" type="title"/>
          </p:nvPr>
        </p:nvSpPr>
        <p:spPr>
          <a:xfrm>
            <a:off x="4079850" y="1430175"/>
            <a:ext cx="9843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3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837" name="Google Shape;837;p33"/>
          <p:cNvSpPr txBox="1"/>
          <p:nvPr>
            <p:ph idx="1" type="subTitle"/>
          </p:nvPr>
        </p:nvSpPr>
        <p:spPr>
          <a:xfrm>
            <a:off x="681580" y="1482300"/>
            <a:ext cx="3893400" cy="29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Data ranging from 01 January 2015 until 02 November 2015.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It contains 124494 records with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no missing value.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datatype of “date” is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incorrect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 We should change it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datetime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datatype.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There are 1168 unique machines recorded in dataset.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Feature3 and Feature4 has very large values compared to other features.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8" name="Google Shape;8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230" y="823375"/>
            <a:ext cx="3807800" cy="35962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4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graphicFrame>
        <p:nvGraphicFramePr>
          <p:cNvPr id="844" name="Google Shape;844;p34"/>
          <p:cNvGraphicFramePr/>
          <p:nvPr/>
        </p:nvGraphicFramePr>
        <p:xfrm>
          <a:off x="4933163" y="177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343700"/>
                <a:gridCol w="1315550"/>
                <a:gridCol w="11788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Class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Count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Proportion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124.388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99.92%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0.08%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845" name="Google Shape;845;p34"/>
          <p:cNvSpPr txBox="1"/>
          <p:nvPr>
            <p:ph idx="1" type="subTitle"/>
          </p:nvPr>
        </p:nvSpPr>
        <p:spPr>
          <a:xfrm>
            <a:off x="722375" y="1473525"/>
            <a:ext cx="38934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Highly imbalance data.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Event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class only contribute &lt;1% of all data. (Ratio: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1:1173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5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Challenge Found</a:t>
            </a:r>
            <a:endParaRPr/>
          </a:p>
        </p:txBody>
      </p:sp>
      <p:sp>
        <p:nvSpPr>
          <p:cNvPr id="851" name="Google Shape;851;p35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Extreme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imbalanced target variable. Event occurrence is very rare.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False negative are costly to minimize unplanned downtime.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False positive must also be controlled to reduce unnecessary actions.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Standard accuracy metrics are misleading.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6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57" name="Google Shape;857;p36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6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9" name="Google Shape;859;p36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860" name="Google Shape;860;p36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6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36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6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6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6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6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6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0" name="Google Shape;890;p36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 Engineering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1" name="Google Shape;891;p36"/>
          <p:cNvSpPr txBox="1"/>
          <p:nvPr>
            <p:ph idx="2" type="title"/>
          </p:nvPr>
        </p:nvSpPr>
        <p:spPr>
          <a:xfrm>
            <a:off x="4079850" y="1430175"/>
            <a:ext cx="10998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7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 Feature Extraction</a:t>
            </a:r>
            <a:endParaRPr/>
          </a:p>
        </p:txBody>
      </p:sp>
      <p:sp>
        <p:nvSpPr>
          <p:cNvPr id="897" name="Google Shape;897;p37"/>
          <p:cNvSpPr txBox="1"/>
          <p:nvPr>
            <p:ph idx="1" type="subTitle"/>
          </p:nvPr>
        </p:nvSpPr>
        <p:spPr>
          <a:xfrm>
            <a:off x="1137875" y="3723150"/>
            <a:ext cx="72837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raw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field was transformed into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time-based features.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Allows the model to capture temporal patterns in machine behavior.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8" name="Google Shape;898;p37"/>
          <p:cNvGraphicFramePr/>
          <p:nvPr/>
        </p:nvGraphicFramePr>
        <p:xfrm>
          <a:off x="833138" y="167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950850"/>
                <a:gridCol w="1909975"/>
                <a:gridCol w="1711425"/>
                <a:gridCol w="1711425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Raw Date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Day of Week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Day of Month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Month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01-01-2015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03-01-2015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8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04" name="Google Shape;904;p38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8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6" name="Google Shape;906;p38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907" name="Google Shape;907;p38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8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8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8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8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8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8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8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8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8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8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8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8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8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7" name="Google Shape;937;p38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Preparation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8" name="Google Shape;938;p38"/>
          <p:cNvSpPr txBox="1"/>
          <p:nvPr>
            <p:ph idx="2" type="title"/>
          </p:nvPr>
        </p:nvSpPr>
        <p:spPr>
          <a:xfrm>
            <a:off x="4079850" y="1430175"/>
            <a:ext cx="10998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Test Split</a:t>
            </a:r>
            <a:endParaRPr/>
          </a:p>
        </p:txBody>
      </p:sp>
      <p:sp>
        <p:nvSpPr>
          <p:cNvPr id="944" name="Google Shape;944;p39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Dataset is splitted with ratio 80%:20%.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 use stratification to ensure similar event rate/distribution between train set and test set.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Stratification is used because events is so rare. Pure random split could result in: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Too few event cases (probably even 0 event case)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An unrepresentative test set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0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 Forest</a:t>
            </a:r>
            <a:endParaRPr/>
          </a:p>
        </p:txBody>
      </p:sp>
      <p:sp>
        <p:nvSpPr>
          <p:cNvPr id="950" name="Google Shape;950;p40"/>
          <p:cNvSpPr txBox="1"/>
          <p:nvPr>
            <p:ph idx="1" type="subTitle"/>
          </p:nvPr>
        </p:nvSpPr>
        <p:spPr>
          <a:xfrm>
            <a:off x="1138000" y="1354575"/>
            <a:ext cx="7283700" cy="1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Machine events are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rare and unusual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compared to normal machine behavior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Isolation Forest helps detect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abnormal patterns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 It provides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anomaly score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indicating how unusual a record on given day. Its score is incorporated to other features.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51" name="Google Shape;951;p40"/>
          <p:cNvGraphicFramePr/>
          <p:nvPr/>
        </p:nvGraphicFramePr>
        <p:xfrm>
          <a:off x="930150" y="2576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950850"/>
                <a:gridCol w="1909975"/>
                <a:gridCol w="1711425"/>
                <a:gridCol w="1711425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Day of Week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 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…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IF Score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-0.28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-0.31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…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1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957" name="Google Shape;957;p41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1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9" name="Google Shape;959;p41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960" name="Google Shape;960;p41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1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1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1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1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1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1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1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1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1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1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1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0" name="Google Shape;990;p41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1" name="Google Shape;991;p41"/>
          <p:cNvSpPr txBox="1"/>
          <p:nvPr>
            <p:ph idx="2" type="title"/>
          </p:nvPr>
        </p:nvSpPr>
        <p:spPr>
          <a:xfrm>
            <a:off x="4079850" y="1430175"/>
            <a:ext cx="10998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2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997" name="Google Shape;997;p42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Tree-based algorithms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(XGBoost and Random Forest)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is selected as the classifiers because: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problem involves complex, non-linear relationship between machine feature, date, anomaly score, and events.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Machine events are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very rare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requiring models that could handle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extreme imbalance dataset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XGBoost and Random Forest has been acknowledged as the best classifier for tabular dataset.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3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Search CV</a:t>
            </a:r>
            <a:endParaRPr/>
          </a:p>
        </p:txBody>
      </p:sp>
      <p:sp>
        <p:nvSpPr>
          <p:cNvPr id="1003" name="Google Shape;1003;p43"/>
          <p:cNvSpPr txBox="1"/>
          <p:nvPr>
            <p:ph idx="1" type="subTitle"/>
          </p:nvPr>
        </p:nvSpPr>
        <p:spPr>
          <a:xfrm>
            <a:off x="780950" y="1112200"/>
            <a:ext cx="72837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Grid Search CV is being employed with the following grid parameters: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4" name="Google Shape;1004;p43"/>
          <p:cNvGraphicFramePr/>
          <p:nvPr/>
        </p:nvGraphicFramePr>
        <p:xfrm>
          <a:off x="722363" y="20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810550"/>
                <a:gridCol w="17726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n_estimators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[100, 200, 300]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max_depth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[10, 15, 20]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learning_rate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[0.01, 0.1]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subsample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[0.8, 1.0]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005" name="Google Shape;1005;p43"/>
          <p:cNvSpPr txBox="1"/>
          <p:nvPr/>
        </p:nvSpPr>
        <p:spPr>
          <a:xfrm>
            <a:off x="1782400" y="1599688"/>
            <a:ext cx="1463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XGBoost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1006" name="Google Shape;1006;p43"/>
          <p:cNvGraphicFramePr/>
          <p:nvPr/>
        </p:nvGraphicFramePr>
        <p:xfrm>
          <a:off x="4984938" y="202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810550"/>
                <a:gridCol w="17726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n_estimators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[200, 300]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max_depth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[10, 15, 20]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min_samples_split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[2, 5]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min_samples_leaf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[2, 4]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007" name="Google Shape;1007;p43"/>
          <p:cNvSpPr txBox="1"/>
          <p:nvPr/>
        </p:nvSpPr>
        <p:spPr>
          <a:xfrm>
            <a:off x="5907575" y="1599712"/>
            <a:ext cx="17379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Random Forest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08" name="Google Shape;1008;p43"/>
          <p:cNvSpPr txBox="1"/>
          <p:nvPr>
            <p:ph idx="1" type="subTitle"/>
          </p:nvPr>
        </p:nvSpPr>
        <p:spPr>
          <a:xfrm>
            <a:off x="930150" y="4445925"/>
            <a:ext cx="72837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 use Stratified K-Fold CV with K=5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44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Parameter</a:t>
            </a:r>
            <a:endParaRPr/>
          </a:p>
        </p:txBody>
      </p:sp>
      <p:sp>
        <p:nvSpPr>
          <p:cNvPr id="1014" name="Google Shape;1014;p44"/>
          <p:cNvSpPr txBox="1"/>
          <p:nvPr>
            <p:ph idx="1" type="subTitle"/>
          </p:nvPr>
        </p:nvSpPr>
        <p:spPr>
          <a:xfrm>
            <a:off x="722375" y="1112200"/>
            <a:ext cx="72837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Tree-based classifier is equipped with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cost-sensitive learning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accommodate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extreme imbalance classification.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5" name="Google Shape;1015;p44"/>
          <p:cNvGraphicFramePr/>
          <p:nvPr/>
        </p:nvGraphicFramePr>
        <p:xfrm>
          <a:off x="783804" y="2228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810550"/>
                <a:gridCol w="17726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scale_pos_weight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1170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n_estimators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max_depth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learning_rate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subsample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016" name="Google Shape;1016;p44"/>
          <p:cNvSpPr txBox="1"/>
          <p:nvPr/>
        </p:nvSpPr>
        <p:spPr>
          <a:xfrm>
            <a:off x="1843841" y="1801591"/>
            <a:ext cx="1463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XGBoost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1017" name="Google Shape;1017;p44"/>
          <p:cNvGraphicFramePr/>
          <p:nvPr/>
        </p:nvGraphicFramePr>
        <p:xfrm>
          <a:off x="5046379" y="2228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810550"/>
                <a:gridCol w="17726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class_weight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{0: 1, 1: 1170}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n_estimators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max_depth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min_samples_split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min_samples_leaf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018" name="Google Shape;1018;p44"/>
          <p:cNvSpPr txBox="1"/>
          <p:nvPr/>
        </p:nvSpPr>
        <p:spPr>
          <a:xfrm>
            <a:off x="5969016" y="1801590"/>
            <a:ext cx="17379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Random Forest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5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and Model Selection</a:t>
            </a:r>
            <a:endParaRPr/>
          </a:p>
        </p:txBody>
      </p:sp>
      <p:sp>
        <p:nvSpPr>
          <p:cNvPr id="1024" name="Google Shape;1024;p45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target variable is highly imbalanced, so common metrics like accuracy and ROC-AUC is misleading.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Average Precision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is use for Grid Search CV. It summarize the Precision-Recall curve. It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focused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on: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How many predicted events are actually correct (precision)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How many true events are successfully detected (recall)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Best score of Grid Search CV: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Random Forest: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0.0755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XGBoost: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0.0808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⇒ Chosen as best model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6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30" name="Google Shape;1030;p46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6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2" name="Google Shape;1032;p46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1033" name="Google Shape;1033;p46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6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6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6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6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6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6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6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6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6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6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6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6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6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6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6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6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6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6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6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6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3" name="Google Shape;1063;p46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Evaluation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4" name="Google Shape;1064;p46"/>
          <p:cNvSpPr txBox="1"/>
          <p:nvPr>
            <p:ph idx="2" type="title"/>
          </p:nvPr>
        </p:nvSpPr>
        <p:spPr>
          <a:xfrm>
            <a:off x="4079850" y="1430175"/>
            <a:ext cx="10998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7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Threshold Adjustment</a:t>
            </a:r>
            <a:endParaRPr/>
          </a:p>
        </p:txBody>
      </p:sp>
      <p:sp>
        <p:nvSpPr>
          <p:cNvPr id="1070" name="Google Shape;1070;p47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Model outputs a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probability of machine event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not a final decision.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default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threshold 0.5 assumes balanced class and equal error costs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 In this problem, machine event are rare.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Different threshold are evaluated using F1-score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select the best threshold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Selected threshold for XGBoost: 0.0220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8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Report on Test Set</a:t>
            </a:r>
            <a:endParaRPr/>
          </a:p>
        </p:txBody>
      </p:sp>
      <p:graphicFrame>
        <p:nvGraphicFramePr>
          <p:cNvPr id="1076" name="Google Shape;1076;p48"/>
          <p:cNvGraphicFramePr/>
          <p:nvPr/>
        </p:nvGraphicFramePr>
        <p:xfrm>
          <a:off x="930138" y="1578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579675"/>
                <a:gridCol w="1546575"/>
                <a:gridCol w="1385800"/>
                <a:gridCol w="1385800"/>
                <a:gridCol w="13858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F1-score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Support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No Event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24878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Event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 on Test Set</a:t>
            </a:r>
            <a:endParaRPr/>
          </a:p>
        </p:txBody>
      </p:sp>
      <p:graphicFrame>
        <p:nvGraphicFramePr>
          <p:cNvPr id="1082" name="Google Shape;1082;p49"/>
          <p:cNvGraphicFramePr/>
          <p:nvPr/>
        </p:nvGraphicFramePr>
        <p:xfrm>
          <a:off x="897913" y="154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1920775"/>
                <a:gridCol w="1880525"/>
                <a:gridCol w="1685025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Predicted No Event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Predicted Event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Actual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No Event</a:t>
                      </a:r>
                      <a:endParaRPr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24851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Actual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Event</a:t>
                      </a:r>
                      <a:endParaRPr b="1">
                        <a:solidFill>
                          <a:schemeClr val="dk1"/>
                        </a:solidFill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0"/>
          <p:cNvSpPr/>
          <p:nvPr/>
        </p:nvSpPr>
        <p:spPr>
          <a:xfrm>
            <a:off x="4022100" y="1174017"/>
            <a:ext cx="1099800" cy="109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8" name="Google Shape;1088;p50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0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0" name="Google Shape;1090;p50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1091" name="Google Shape;1091;p50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50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50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50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50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50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50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50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50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50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50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50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50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50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50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50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50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50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50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50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1" name="Google Shape;1121;p50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 Importance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2" name="Google Shape;1122;p50"/>
          <p:cNvSpPr txBox="1"/>
          <p:nvPr>
            <p:ph idx="2" type="title"/>
          </p:nvPr>
        </p:nvSpPr>
        <p:spPr>
          <a:xfrm>
            <a:off x="4079850" y="1430175"/>
            <a:ext cx="1099800" cy="58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51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endParaRPr/>
          </a:p>
        </p:txBody>
      </p:sp>
      <p:graphicFrame>
        <p:nvGraphicFramePr>
          <p:cNvPr id="1128" name="Google Shape;1128;p51"/>
          <p:cNvGraphicFramePr/>
          <p:nvPr/>
        </p:nvGraphicFramePr>
        <p:xfrm>
          <a:off x="2315938" y="1277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{695AAD24-C770-4B07-8325-BC6CF6D7CD50}</a:tableStyleId>
              </a:tblPr>
              <a:tblGrid>
                <a:gridCol w="2301275"/>
                <a:gridCol w="1385800"/>
              </a:tblGrid>
              <a:tr h="4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Importance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feature6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0.2304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feature7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0.1231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feature1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0.1157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feature8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0.1038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day_of_week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0.0645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iso_score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0.0629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month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0.0566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2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endParaRPr/>
          </a:p>
        </p:txBody>
      </p:sp>
      <p:pic>
        <p:nvPicPr>
          <p:cNvPr id="1134" name="Google Shape;113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500" y="1206550"/>
            <a:ext cx="5284950" cy="372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3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140" name="Google Shape;1140;p53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Objective: binary classification problem with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extreme class imbalance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(~1:1173)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Feature engineered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temporal features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from “date” field and incorporated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Isolation forest anomaly score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as new feature. This additional features is proven to have significance importance for the model.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Trained cost-sensitive tree-based model (XGBoost and Random Forest) with hyperparameter tuning and grid search.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model achieves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Average Precision value of 0.0808, it is much better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compared to random baseline: 1/1173 = 0.00085.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Optimized the decision threshold to control False Positive and False Negative appropriately.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4"/>
          <p:cNvSpPr/>
          <p:nvPr/>
        </p:nvSpPr>
        <p:spPr>
          <a:xfrm>
            <a:off x="1820425" y="3150975"/>
            <a:ext cx="5503200" cy="485100"/>
          </a:xfrm>
          <a:prstGeom prst="roundRect">
            <a:avLst>
              <a:gd fmla="val 248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46" name="Google Shape;1146;p54"/>
          <p:cNvSpPr txBox="1"/>
          <p:nvPr>
            <p:ph type="ctrTitle"/>
          </p:nvPr>
        </p:nvSpPr>
        <p:spPr>
          <a:xfrm>
            <a:off x="1982275" y="1507425"/>
            <a:ext cx="5179500" cy="15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/>
              <a:t>you</a:t>
            </a:r>
            <a:r>
              <a:rPr lang="en"/>
              <a:t>!</a:t>
            </a:r>
            <a:endParaRPr b="0"/>
          </a:p>
        </p:txBody>
      </p:sp>
      <p:sp>
        <p:nvSpPr>
          <p:cNvPr id="1147" name="Google Shape;1147;p54"/>
          <p:cNvSpPr txBox="1"/>
          <p:nvPr>
            <p:ph idx="1" type="subTitle"/>
          </p:nvPr>
        </p:nvSpPr>
        <p:spPr>
          <a:xfrm>
            <a:off x="1982375" y="3192628"/>
            <a:ext cx="51795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Assessment Test for Data Scientist Position</a:t>
            </a:r>
            <a:endParaRPr/>
          </a:p>
        </p:txBody>
      </p:sp>
      <p:grpSp>
        <p:nvGrpSpPr>
          <p:cNvPr id="1148" name="Google Shape;1148;p54"/>
          <p:cNvGrpSpPr/>
          <p:nvPr/>
        </p:nvGrpSpPr>
        <p:grpSpPr>
          <a:xfrm>
            <a:off x="777005" y="768108"/>
            <a:ext cx="469058" cy="448115"/>
            <a:chOff x="5348931" y="2165350"/>
            <a:chExt cx="962763" cy="919776"/>
          </a:xfrm>
        </p:grpSpPr>
        <p:sp>
          <p:nvSpPr>
            <p:cNvPr id="1149" name="Google Shape;1149;p54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4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54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54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54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4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54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54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54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54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4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54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54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54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54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54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54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54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54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54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54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54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54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54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54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54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54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54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9" name="Google Shape;1179;p54"/>
          <p:cNvSpPr/>
          <p:nvPr/>
        </p:nvSpPr>
        <p:spPr>
          <a:xfrm>
            <a:off x="7438931" y="32613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4"/>
          <p:cNvSpPr/>
          <p:nvPr/>
        </p:nvSpPr>
        <p:spPr>
          <a:xfrm>
            <a:off x="1440681" y="32613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4"/>
          <p:cNvSpPr txBox="1"/>
          <p:nvPr/>
        </p:nvSpPr>
        <p:spPr>
          <a:xfrm>
            <a:off x="2894925" y="3750750"/>
            <a:ext cx="3153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Ekky Rino Fajar Sakti</a:t>
            </a:r>
            <a:endParaRPr sz="1300" u="sng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085857755464 ┃ekky.rino@gmail.com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55"/>
          <p:cNvSpPr/>
          <p:nvPr/>
        </p:nvSpPr>
        <p:spPr>
          <a:xfrm>
            <a:off x="355235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55"/>
          <p:cNvSpPr/>
          <p:nvPr/>
        </p:nvSpPr>
        <p:spPr>
          <a:xfrm>
            <a:off x="5327106" y="1591714"/>
            <a:ext cx="264435" cy="264416"/>
          </a:xfrm>
          <a:custGeom>
            <a:rect b="b" l="l" r="r" t="t"/>
            <a:pathLst>
              <a:path extrusionOk="0" h="264416" w="264435">
                <a:moveTo>
                  <a:pt x="132265" y="0"/>
                </a:moveTo>
                <a:lnTo>
                  <a:pt x="138442" y="69928"/>
                </a:lnTo>
                <a:cubicBezTo>
                  <a:pt x="141102" y="99762"/>
                  <a:pt x="164762" y="123515"/>
                  <a:pt x="194597" y="126080"/>
                </a:cubicBezTo>
                <a:lnTo>
                  <a:pt x="264436" y="132256"/>
                </a:lnTo>
                <a:lnTo>
                  <a:pt x="194597" y="138432"/>
                </a:lnTo>
                <a:cubicBezTo>
                  <a:pt x="164762" y="141092"/>
                  <a:pt x="141007" y="164750"/>
                  <a:pt x="138442" y="194583"/>
                </a:cubicBezTo>
                <a:lnTo>
                  <a:pt x="132265" y="264416"/>
                </a:lnTo>
                <a:lnTo>
                  <a:pt x="126089" y="194583"/>
                </a:lnTo>
                <a:cubicBezTo>
                  <a:pt x="123429" y="164750"/>
                  <a:pt x="99769" y="140997"/>
                  <a:pt x="69933" y="138432"/>
                </a:cubicBezTo>
                <a:lnTo>
                  <a:pt x="0" y="132256"/>
                </a:lnTo>
                <a:lnTo>
                  <a:pt x="69933" y="126080"/>
                </a:lnTo>
                <a:cubicBezTo>
                  <a:pt x="99769" y="123420"/>
                  <a:pt x="123429" y="99762"/>
                  <a:pt x="126089" y="69928"/>
                </a:cubicBezTo>
                <a:lnTo>
                  <a:pt x="1322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8" name="Google Shape;1188;p55"/>
          <p:cNvGrpSpPr/>
          <p:nvPr/>
        </p:nvGrpSpPr>
        <p:grpSpPr>
          <a:xfrm>
            <a:off x="7897930" y="3927283"/>
            <a:ext cx="469058" cy="448115"/>
            <a:chOff x="5348931" y="2165350"/>
            <a:chExt cx="962763" cy="919776"/>
          </a:xfrm>
        </p:grpSpPr>
        <p:sp>
          <p:nvSpPr>
            <p:cNvPr id="1189" name="Google Shape;1189;p55"/>
            <p:cNvSpPr/>
            <p:nvPr/>
          </p:nvSpPr>
          <p:spPr>
            <a:xfrm>
              <a:off x="5801538" y="2181881"/>
              <a:ext cx="67652" cy="400662"/>
            </a:xfrm>
            <a:custGeom>
              <a:rect b="b" l="l" r="r" t="t"/>
              <a:pathLst>
                <a:path extrusionOk="0" h="400662" w="67652">
                  <a:moveTo>
                    <a:pt x="0" y="400663"/>
                  </a:moveTo>
                  <a:lnTo>
                    <a:pt x="67653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55"/>
            <p:cNvSpPr/>
            <p:nvPr/>
          </p:nvSpPr>
          <p:spPr>
            <a:xfrm>
              <a:off x="5852753" y="2165350"/>
              <a:ext cx="33066" cy="33063"/>
            </a:xfrm>
            <a:custGeom>
              <a:rect b="b" l="l" r="r" t="t"/>
              <a:pathLst>
                <a:path extrusionOk="0" h="33063" w="33066">
                  <a:moveTo>
                    <a:pt x="33066" y="16532"/>
                  </a:moveTo>
                  <a:cubicBezTo>
                    <a:pt x="33066" y="7411"/>
                    <a:pt x="25655" y="0"/>
                    <a:pt x="16533" y="0"/>
                  </a:cubicBezTo>
                  <a:cubicBezTo>
                    <a:pt x="7411" y="0"/>
                    <a:pt x="0" y="7411"/>
                    <a:pt x="0" y="16532"/>
                  </a:cubicBezTo>
                  <a:cubicBezTo>
                    <a:pt x="0" y="25653"/>
                    <a:pt x="7411" y="33064"/>
                    <a:pt x="16533" y="33064"/>
                  </a:cubicBezTo>
                  <a:cubicBezTo>
                    <a:pt x="25655" y="33064"/>
                    <a:pt x="33066" y="25653"/>
                    <a:pt x="33066" y="165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55"/>
            <p:cNvSpPr/>
            <p:nvPr/>
          </p:nvSpPr>
          <p:spPr>
            <a:xfrm>
              <a:off x="5365499" y="2582544"/>
              <a:ext cx="436038" cy="31828"/>
            </a:xfrm>
            <a:custGeom>
              <a:rect b="b" l="l" r="r" t="t"/>
              <a:pathLst>
                <a:path extrusionOk="0" h="31828" w="436038">
                  <a:moveTo>
                    <a:pt x="436039" y="0"/>
                  </a:moveTo>
                  <a:lnTo>
                    <a:pt x="0" y="318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55"/>
            <p:cNvSpPr/>
            <p:nvPr/>
          </p:nvSpPr>
          <p:spPr>
            <a:xfrm>
              <a:off x="5348931" y="2597710"/>
              <a:ext cx="33137" cy="33134"/>
            </a:xfrm>
            <a:custGeom>
              <a:rect b="b" l="l" r="r" t="t"/>
              <a:pathLst>
                <a:path extrusionOk="0" h="33134" w="33137">
                  <a:moveTo>
                    <a:pt x="14478" y="33004"/>
                  </a:moveTo>
                  <a:cubicBezTo>
                    <a:pt x="5452" y="31864"/>
                    <a:pt x="-1010" y="23598"/>
                    <a:pt x="130" y="14477"/>
                  </a:cubicBezTo>
                  <a:cubicBezTo>
                    <a:pt x="1271" y="5451"/>
                    <a:pt x="9537" y="-1010"/>
                    <a:pt x="18659" y="130"/>
                  </a:cubicBezTo>
                  <a:cubicBezTo>
                    <a:pt x="27686" y="1271"/>
                    <a:pt x="34147" y="9537"/>
                    <a:pt x="33007" y="18658"/>
                  </a:cubicBezTo>
                  <a:cubicBezTo>
                    <a:pt x="31867" y="27684"/>
                    <a:pt x="23600" y="34144"/>
                    <a:pt x="14478" y="330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55"/>
            <p:cNvSpPr/>
            <p:nvPr/>
          </p:nvSpPr>
          <p:spPr>
            <a:xfrm>
              <a:off x="5373766" y="2582544"/>
              <a:ext cx="427772" cy="271827"/>
            </a:xfrm>
            <a:custGeom>
              <a:rect b="b" l="l" r="r" t="t"/>
              <a:pathLst>
                <a:path extrusionOk="0" h="271827" w="427772">
                  <a:moveTo>
                    <a:pt x="427772" y="0"/>
                  </a:moveTo>
                  <a:lnTo>
                    <a:pt x="0" y="271827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55"/>
            <p:cNvSpPr/>
            <p:nvPr/>
          </p:nvSpPr>
          <p:spPr>
            <a:xfrm>
              <a:off x="5357189" y="2837795"/>
              <a:ext cx="33059" cy="33152"/>
            </a:xfrm>
            <a:custGeom>
              <a:rect b="b" l="l" r="r" t="t"/>
              <a:pathLst>
                <a:path extrusionOk="0" h="33152" w="33059">
                  <a:moveTo>
                    <a:pt x="2134" y="8405"/>
                  </a:moveTo>
                  <a:cubicBezTo>
                    <a:pt x="-2331" y="16386"/>
                    <a:pt x="424" y="26457"/>
                    <a:pt x="8406" y="31018"/>
                  </a:cubicBezTo>
                  <a:cubicBezTo>
                    <a:pt x="16387" y="35483"/>
                    <a:pt x="26459" y="32728"/>
                    <a:pt x="30925" y="24747"/>
                  </a:cubicBezTo>
                  <a:cubicBezTo>
                    <a:pt x="35391" y="16766"/>
                    <a:pt x="32635" y="6695"/>
                    <a:pt x="24654" y="2134"/>
                  </a:cubicBezTo>
                  <a:cubicBezTo>
                    <a:pt x="16672" y="-2331"/>
                    <a:pt x="6600" y="424"/>
                    <a:pt x="2134" y="84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55"/>
            <p:cNvSpPr/>
            <p:nvPr/>
          </p:nvSpPr>
          <p:spPr>
            <a:xfrm>
              <a:off x="5801538" y="2582544"/>
              <a:ext cx="284959" cy="452918"/>
            </a:xfrm>
            <a:custGeom>
              <a:rect b="b" l="l" r="r" t="t"/>
              <a:pathLst>
                <a:path extrusionOk="0" h="452918" w="284959">
                  <a:moveTo>
                    <a:pt x="0" y="0"/>
                  </a:moveTo>
                  <a:lnTo>
                    <a:pt x="284960" y="45291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55"/>
            <p:cNvSpPr/>
            <p:nvPr/>
          </p:nvSpPr>
          <p:spPr>
            <a:xfrm>
              <a:off x="6069898" y="3018864"/>
              <a:ext cx="33105" cy="33102"/>
            </a:xfrm>
            <a:custGeom>
              <a:rect b="b" l="l" r="r" t="t"/>
              <a:pathLst>
                <a:path extrusionOk="0" h="33102" w="33105">
                  <a:moveTo>
                    <a:pt x="3868" y="27145"/>
                  </a:moveTo>
                  <a:cubicBezTo>
                    <a:pt x="9759" y="34176"/>
                    <a:pt x="20116" y="35126"/>
                    <a:pt x="27147" y="29235"/>
                  </a:cubicBezTo>
                  <a:cubicBezTo>
                    <a:pt x="34179" y="23345"/>
                    <a:pt x="35129" y="12988"/>
                    <a:pt x="29238" y="5958"/>
                  </a:cubicBezTo>
                  <a:cubicBezTo>
                    <a:pt x="23346" y="-1073"/>
                    <a:pt x="12894" y="-2023"/>
                    <a:pt x="5958" y="3867"/>
                  </a:cubicBezTo>
                  <a:cubicBezTo>
                    <a:pt x="-1073" y="9758"/>
                    <a:pt x="-2024" y="20209"/>
                    <a:pt x="3868" y="271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55"/>
            <p:cNvSpPr/>
            <p:nvPr/>
          </p:nvSpPr>
          <p:spPr>
            <a:xfrm>
              <a:off x="5558671" y="2582544"/>
              <a:ext cx="242866" cy="485982"/>
            </a:xfrm>
            <a:custGeom>
              <a:rect b="b" l="l" r="r" t="t"/>
              <a:pathLst>
                <a:path extrusionOk="0" h="485982" w="242866">
                  <a:moveTo>
                    <a:pt x="242867" y="0"/>
                  </a:moveTo>
                  <a:lnTo>
                    <a:pt x="0" y="4859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55"/>
            <p:cNvSpPr/>
            <p:nvPr/>
          </p:nvSpPr>
          <p:spPr>
            <a:xfrm>
              <a:off x="5542111" y="3051927"/>
              <a:ext cx="33161" cy="33199"/>
            </a:xfrm>
            <a:custGeom>
              <a:rect b="b" l="l" r="r" t="t"/>
              <a:pathLst>
                <a:path extrusionOk="0" h="33199" w="33161">
                  <a:moveTo>
                    <a:pt x="31668" y="23441"/>
                  </a:moveTo>
                  <a:cubicBezTo>
                    <a:pt x="27867" y="31802"/>
                    <a:pt x="18081" y="35507"/>
                    <a:pt x="9719" y="31707"/>
                  </a:cubicBezTo>
                  <a:cubicBezTo>
                    <a:pt x="1357" y="27906"/>
                    <a:pt x="-2253" y="18120"/>
                    <a:pt x="1452" y="9759"/>
                  </a:cubicBezTo>
                  <a:cubicBezTo>
                    <a:pt x="5253" y="1398"/>
                    <a:pt x="15040" y="-2307"/>
                    <a:pt x="23402" y="1493"/>
                  </a:cubicBezTo>
                  <a:cubicBezTo>
                    <a:pt x="31763" y="5294"/>
                    <a:pt x="35469" y="15080"/>
                    <a:pt x="31668" y="234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55"/>
            <p:cNvSpPr/>
            <p:nvPr/>
          </p:nvSpPr>
          <p:spPr>
            <a:xfrm>
              <a:off x="5801538" y="2582544"/>
              <a:ext cx="34586" cy="360282"/>
            </a:xfrm>
            <a:custGeom>
              <a:rect b="b" l="l" r="r" t="t"/>
              <a:pathLst>
                <a:path extrusionOk="0" h="360282" w="34586">
                  <a:moveTo>
                    <a:pt x="0" y="0"/>
                  </a:moveTo>
                  <a:lnTo>
                    <a:pt x="34587" y="360283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55"/>
            <p:cNvSpPr/>
            <p:nvPr/>
          </p:nvSpPr>
          <p:spPr>
            <a:xfrm>
              <a:off x="5819494" y="2926292"/>
              <a:ext cx="33167" cy="33164"/>
            </a:xfrm>
            <a:custGeom>
              <a:rect b="b" l="l" r="r" t="t"/>
              <a:pathLst>
                <a:path extrusionOk="0" h="33164" w="33167">
                  <a:moveTo>
                    <a:pt x="573" y="20905"/>
                  </a:moveTo>
                  <a:cubicBezTo>
                    <a:pt x="2948" y="29741"/>
                    <a:pt x="12070" y="34967"/>
                    <a:pt x="20907" y="32592"/>
                  </a:cubicBezTo>
                  <a:cubicBezTo>
                    <a:pt x="29744" y="30216"/>
                    <a:pt x="34970" y="21095"/>
                    <a:pt x="32594" y="12259"/>
                  </a:cubicBezTo>
                  <a:cubicBezTo>
                    <a:pt x="30219" y="3423"/>
                    <a:pt x="21097" y="-1802"/>
                    <a:pt x="12260" y="573"/>
                  </a:cubicBezTo>
                  <a:cubicBezTo>
                    <a:pt x="3424" y="2948"/>
                    <a:pt x="-1802" y="12069"/>
                    <a:pt x="573" y="2090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55"/>
            <p:cNvSpPr/>
            <p:nvPr/>
          </p:nvSpPr>
          <p:spPr>
            <a:xfrm>
              <a:off x="5801538" y="2582544"/>
              <a:ext cx="301587" cy="163609"/>
            </a:xfrm>
            <a:custGeom>
              <a:rect b="b" l="l" r="r" t="t"/>
              <a:pathLst>
                <a:path extrusionOk="0" h="163609" w="301587">
                  <a:moveTo>
                    <a:pt x="0" y="0"/>
                  </a:moveTo>
                  <a:lnTo>
                    <a:pt x="301588" y="16360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55"/>
            <p:cNvSpPr/>
            <p:nvPr/>
          </p:nvSpPr>
          <p:spPr>
            <a:xfrm>
              <a:off x="6086443" y="2729567"/>
              <a:ext cx="33157" cy="33077"/>
            </a:xfrm>
            <a:custGeom>
              <a:rect b="b" l="l" r="r" t="t"/>
              <a:pathLst>
                <a:path extrusionOk="0" h="33077" w="33157">
                  <a:moveTo>
                    <a:pt x="27040" y="3665"/>
                  </a:moveTo>
                  <a:cubicBezTo>
                    <a:pt x="34166" y="9461"/>
                    <a:pt x="35211" y="19817"/>
                    <a:pt x="29415" y="26943"/>
                  </a:cubicBezTo>
                  <a:cubicBezTo>
                    <a:pt x="23619" y="34069"/>
                    <a:pt x="13262" y="35114"/>
                    <a:pt x="6136" y="29413"/>
                  </a:cubicBezTo>
                  <a:cubicBezTo>
                    <a:pt x="-991" y="23617"/>
                    <a:pt x="-2036" y="13261"/>
                    <a:pt x="3665" y="6135"/>
                  </a:cubicBezTo>
                  <a:cubicBezTo>
                    <a:pt x="9461" y="-991"/>
                    <a:pt x="19913" y="-2036"/>
                    <a:pt x="26945" y="36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55"/>
            <p:cNvSpPr/>
            <p:nvPr/>
          </p:nvSpPr>
          <p:spPr>
            <a:xfrm>
              <a:off x="5801538" y="2582544"/>
              <a:ext cx="493524" cy="75628"/>
            </a:xfrm>
            <a:custGeom>
              <a:rect b="b" l="l" r="r" t="t"/>
              <a:pathLst>
                <a:path extrusionOk="0" h="75628" w="493524">
                  <a:moveTo>
                    <a:pt x="0" y="0"/>
                  </a:moveTo>
                  <a:lnTo>
                    <a:pt x="493525" y="75629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55"/>
            <p:cNvSpPr/>
            <p:nvPr/>
          </p:nvSpPr>
          <p:spPr>
            <a:xfrm>
              <a:off x="6278620" y="2641627"/>
              <a:ext cx="33074" cy="33082"/>
            </a:xfrm>
            <a:custGeom>
              <a:rect b="b" l="l" r="r" t="t"/>
              <a:pathLst>
                <a:path extrusionOk="0" h="33082" w="33074">
                  <a:moveTo>
                    <a:pt x="22143" y="32128"/>
                  </a:moveTo>
                  <a:cubicBezTo>
                    <a:pt x="30695" y="28993"/>
                    <a:pt x="35161" y="19492"/>
                    <a:pt x="32120" y="10941"/>
                  </a:cubicBezTo>
                  <a:cubicBezTo>
                    <a:pt x="28985" y="2295"/>
                    <a:pt x="19483" y="-2076"/>
                    <a:pt x="10931" y="964"/>
                  </a:cubicBezTo>
                  <a:cubicBezTo>
                    <a:pt x="2380" y="4100"/>
                    <a:pt x="-2086" y="13601"/>
                    <a:pt x="954" y="22152"/>
                  </a:cubicBezTo>
                  <a:cubicBezTo>
                    <a:pt x="4090" y="30703"/>
                    <a:pt x="13592" y="35169"/>
                    <a:pt x="22143" y="321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55"/>
            <p:cNvSpPr/>
            <p:nvPr/>
          </p:nvSpPr>
          <p:spPr>
            <a:xfrm>
              <a:off x="5801538" y="2522307"/>
              <a:ext cx="310329" cy="60237"/>
            </a:xfrm>
            <a:custGeom>
              <a:rect b="b" l="l" r="r" t="t"/>
              <a:pathLst>
                <a:path extrusionOk="0" h="60237" w="310329">
                  <a:moveTo>
                    <a:pt x="0" y="60237"/>
                  </a:moveTo>
                  <a:lnTo>
                    <a:pt x="31033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55"/>
            <p:cNvSpPr/>
            <p:nvPr/>
          </p:nvSpPr>
          <p:spPr>
            <a:xfrm>
              <a:off x="6095279" y="2505815"/>
              <a:ext cx="33082" cy="33181"/>
            </a:xfrm>
            <a:custGeom>
              <a:rect b="b" l="l" r="r" t="t"/>
              <a:pathLst>
                <a:path extrusionOk="0" h="33181" w="33082">
                  <a:moveTo>
                    <a:pt x="11647" y="720"/>
                  </a:moveTo>
                  <a:cubicBezTo>
                    <a:pt x="20389" y="-1940"/>
                    <a:pt x="29606" y="3000"/>
                    <a:pt x="32361" y="11741"/>
                  </a:cubicBezTo>
                  <a:cubicBezTo>
                    <a:pt x="35022" y="20483"/>
                    <a:pt x="30081" y="29794"/>
                    <a:pt x="21434" y="32454"/>
                  </a:cubicBezTo>
                  <a:cubicBezTo>
                    <a:pt x="12692" y="35114"/>
                    <a:pt x="3476" y="30269"/>
                    <a:pt x="720" y="21433"/>
                  </a:cubicBezTo>
                  <a:cubicBezTo>
                    <a:pt x="-1940" y="12692"/>
                    <a:pt x="3001" y="3380"/>
                    <a:pt x="11742" y="72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55"/>
            <p:cNvSpPr/>
            <p:nvPr/>
          </p:nvSpPr>
          <p:spPr>
            <a:xfrm>
              <a:off x="5801538" y="2334755"/>
              <a:ext cx="351757" cy="247789"/>
            </a:xfrm>
            <a:custGeom>
              <a:rect b="b" l="l" r="r" t="t"/>
              <a:pathLst>
                <a:path extrusionOk="0" h="247789" w="351757">
                  <a:moveTo>
                    <a:pt x="0" y="247789"/>
                  </a:moveTo>
                  <a:lnTo>
                    <a:pt x="351758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55"/>
            <p:cNvSpPr/>
            <p:nvPr/>
          </p:nvSpPr>
          <p:spPr>
            <a:xfrm>
              <a:off x="6136778" y="2318143"/>
              <a:ext cx="33129" cy="33127"/>
            </a:xfrm>
            <a:custGeom>
              <a:rect b="b" l="l" r="r" t="t"/>
              <a:pathLst>
                <a:path extrusionOk="0" h="33127" w="33129">
                  <a:moveTo>
                    <a:pt x="27539" y="28963"/>
                  </a:moveTo>
                  <a:cubicBezTo>
                    <a:pt x="34381" y="22882"/>
                    <a:pt x="35046" y="12431"/>
                    <a:pt x="28965" y="5590"/>
                  </a:cubicBezTo>
                  <a:cubicBezTo>
                    <a:pt x="22884" y="-1251"/>
                    <a:pt x="12432" y="-1916"/>
                    <a:pt x="5590" y="4165"/>
                  </a:cubicBezTo>
                  <a:cubicBezTo>
                    <a:pt x="-1251" y="10245"/>
                    <a:pt x="-1916" y="20697"/>
                    <a:pt x="4165" y="27537"/>
                  </a:cubicBezTo>
                  <a:cubicBezTo>
                    <a:pt x="10246" y="34378"/>
                    <a:pt x="20698" y="35043"/>
                    <a:pt x="27539" y="2896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55"/>
            <p:cNvSpPr/>
            <p:nvPr/>
          </p:nvSpPr>
          <p:spPr>
            <a:xfrm>
              <a:off x="5801538" y="2318223"/>
              <a:ext cx="185380" cy="264321"/>
            </a:xfrm>
            <a:custGeom>
              <a:rect b="b" l="l" r="r" t="t"/>
              <a:pathLst>
                <a:path extrusionOk="0" h="264321" w="185380">
                  <a:moveTo>
                    <a:pt x="0" y="264321"/>
                  </a:moveTo>
                  <a:lnTo>
                    <a:pt x="185381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55"/>
            <p:cNvSpPr/>
            <p:nvPr/>
          </p:nvSpPr>
          <p:spPr>
            <a:xfrm>
              <a:off x="5970434" y="2301644"/>
              <a:ext cx="33064" cy="33062"/>
            </a:xfrm>
            <a:custGeom>
              <a:rect b="b" l="l" r="r" t="t"/>
              <a:pathLst>
                <a:path extrusionOk="0" h="33062" w="33064">
                  <a:moveTo>
                    <a:pt x="3277" y="6602"/>
                  </a:moveTo>
                  <a:cubicBezTo>
                    <a:pt x="8788" y="-713"/>
                    <a:pt x="19145" y="-2139"/>
                    <a:pt x="26462" y="3277"/>
                  </a:cubicBezTo>
                  <a:cubicBezTo>
                    <a:pt x="33778" y="8788"/>
                    <a:pt x="35203" y="19144"/>
                    <a:pt x="29787" y="26460"/>
                  </a:cubicBezTo>
                  <a:cubicBezTo>
                    <a:pt x="24276" y="33776"/>
                    <a:pt x="13919" y="35201"/>
                    <a:pt x="6603" y="29785"/>
                  </a:cubicBezTo>
                  <a:cubicBezTo>
                    <a:pt x="-713" y="24275"/>
                    <a:pt x="-2139" y="13918"/>
                    <a:pt x="3277" y="660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55"/>
            <p:cNvSpPr/>
            <p:nvPr/>
          </p:nvSpPr>
          <p:spPr>
            <a:xfrm>
              <a:off x="5751273" y="2429006"/>
              <a:ext cx="50264" cy="153538"/>
            </a:xfrm>
            <a:custGeom>
              <a:rect b="b" l="l" r="r" t="t"/>
              <a:pathLst>
                <a:path extrusionOk="0" h="153538" w="50264">
                  <a:moveTo>
                    <a:pt x="50265" y="15353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55"/>
            <p:cNvSpPr/>
            <p:nvPr/>
          </p:nvSpPr>
          <p:spPr>
            <a:xfrm>
              <a:off x="5734608" y="2412437"/>
              <a:ext cx="33140" cy="33137"/>
            </a:xfrm>
            <a:custGeom>
              <a:rect b="b" l="l" r="r" t="t"/>
              <a:pathLst>
                <a:path extrusionOk="0" h="33137" w="33140">
                  <a:moveTo>
                    <a:pt x="31393" y="9158"/>
                  </a:moveTo>
                  <a:cubicBezTo>
                    <a:pt x="27307" y="987"/>
                    <a:pt x="17330" y="-2338"/>
                    <a:pt x="9159" y="1747"/>
                  </a:cubicBezTo>
                  <a:cubicBezTo>
                    <a:pt x="987" y="5833"/>
                    <a:pt x="-2338" y="15809"/>
                    <a:pt x="1747" y="23980"/>
                  </a:cubicBezTo>
                  <a:cubicBezTo>
                    <a:pt x="5833" y="32151"/>
                    <a:pt x="15810" y="35476"/>
                    <a:pt x="23982" y="31391"/>
                  </a:cubicBezTo>
                  <a:cubicBezTo>
                    <a:pt x="32153" y="27305"/>
                    <a:pt x="35479" y="17329"/>
                    <a:pt x="31393" y="915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55"/>
            <p:cNvSpPr/>
            <p:nvPr/>
          </p:nvSpPr>
          <p:spPr>
            <a:xfrm>
              <a:off x="5645898" y="2364873"/>
              <a:ext cx="155639" cy="217670"/>
            </a:xfrm>
            <a:custGeom>
              <a:rect b="b" l="l" r="r" t="t"/>
              <a:pathLst>
                <a:path extrusionOk="0" h="217670" w="155639">
                  <a:moveTo>
                    <a:pt x="155640" y="2176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55"/>
            <p:cNvSpPr/>
            <p:nvPr/>
          </p:nvSpPr>
          <p:spPr>
            <a:xfrm>
              <a:off x="5629348" y="2348230"/>
              <a:ext cx="33194" cy="33191"/>
            </a:xfrm>
            <a:custGeom>
              <a:rect b="b" l="l" r="r" t="t"/>
              <a:pathLst>
                <a:path extrusionOk="0" h="33191" w="33194">
                  <a:moveTo>
                    <a:pt x="1347" y="23104"/>
                  </a:moveTo>
                  <a:cubicBezTo>
                    <a:pt x="-2264" y="14743"/>
                    <a:pt x="1632" y="4957"/>
                    <a:pt x="10088" y="1347"/>
                  </a:cubicBezTo>
                  <a:cubicBezTo>
                    <a:pt x="18545" y="-2264"/>
                    <a:pt x="28237" y="1632"/>
                    <a:pt x="31848" y="10088"/>
                  </a:cubicBezTo>
                  <a:cubicBezTo>
                    <a:pt x="35458" y="18449"/>
                    <a:pt x="31563" y="28235"/>
                    <a:pt x="23106" y="31845"/>
                  </a:cubicBezTo>
                  <a:cubicBezTo>
                    <a:pt x="14649" y="35456"/>
                    <a:pt x="4958" y="31560"/>
                    <a:pt x="1347" y="2310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55"/>
            <p:cNvSpPr/>
            <p:nvPr/>
          </p:nvSpPr>
          <p:spPr>
            <a:xfrm>
              <a:off x="5484937" y="2281263"/>
              <a:ext cx="316600" cy="301280"/>
            </a:xfrm>
            <a:custGeom>
              <a:rect b="b" l="l" r="r" t="t"/>
              <a:pathLst>
                <a:path extrusionOk="0" h="301280" w="316600">
                  <a:moveTo>
                    <a:pt x="316601" y="3012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55"/>
            <p:cNvSpPr/>
            <p:nvPr/>
          </p:nvSpPr>
          <p:spPr>
            <a:xfrm>
              <a:off x="5468369" y="2264696"/>
              <a:ext cx="33136" cy="33133"/>
            </a:xfrm>
            <a:custGeom>
              <a:rect b="b" l="l" r="r" t="t"/>
              <a:pathLst>
                <a:path extrusionOk="0" h="33133" w="33136">
                  <a:moveTo>
                    <a:pt x="24360" y="1935"/>
                  </a:moveTo>
                  <a:cubicBezTo>
                    <a:pt x="16283" y="-2340"/>
                    <a:pt x="6211" y="700"/>
                    <a:pt x="1935" y="8776"/>
                  </a:cubicBezTo>
                  <a:cubicBezTo>
                    <a:pt x="-2341" y="16852"/>
                    <a:pt x="700" y="26828"/>
                    <a:pt x="8777" y="31199"/>
                  </a:cubicBezTo>
                  <a:cubicBezTo>
                    <a:pt x="16853" y="35474"/>
                    <a:pt x="26830" y="32434"/>
                    <a:pt x="31201" y="24358"/>
                  </a:cubicBezTo>
                  <a:cubicBezTo>
                    <a:pt x="35477" y="16282"/>
                    <a:pt x="32436" y="6306"/>
                    <a:pt x="24360" y="193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55"/>
            <p:cNvSpPr/>
            <p:nvPr/>
          </p:nvSpPr>
          <p:spPr>
            <a:xfrm>
              <a:off x="5451776" y="2462165"/>
              <a:ext cx="349762" cy="120379"/>
            </a:xfrm>
            <a:custGeom>
              <a:rect b="b" l="l" r="r" t="t"/>
              <a:pathLst>
                <a:path extrusionOk="0" h="120379" w="349762">
                  <a:moveTo>
                    <a:pt x="349762" y="12037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55"/>
            <p:cNvSpPr/>
            <p:nvPr/>
          </p:nvSpPr>
          <p:spPr>
            <a:xfrm>
              <a:off x="5435266" y="2445562"/>
              <a:ext cx="33079" cy="33077"/>
            </a:xfrm>
            <a:custGeom>
              <a:rect b="b" l="l" r="r" t="t"/>
              <a:pathLst>
                <a:path extrusionOk="0" h="33077" w="33079">
                  <a:moveTo>
                    <a:pt x="9193" y="31425"/>
                  </a:moveTo>
                  <a:cubicBezTo>
                    <a:pt x="1021" y="27339"/>
                    <a:pt x="-2304" y="17458"/>
                    <a:pt x="1687" y="9192"/>
                  </a:cubicBezTo>
                  <a:cubicBezTo>
                    <a:pt x="5772" y="1021"/>
                    <a:pt x="15654" y="-2304"/>
                    <a:pt x="23921" y="1686"/>
                  </a:cubicBezTo>
                  <a:cubicBezTo>
                    <a:pt x="32092" y="5772"/>
                    <a:pt x="35418" y="15653"/>
                    <a:pt x="31332" y="23919"/>
                  </a:cubicBezTo>
                  <a:cubicBezTo>
                    <a:pt x="27246" y="32090"/>
                    <a:pt x="17365" y="35415"/>
                    <a:pt x="9098" y="313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9" name="Google Shape;1219;p55"/>
          <p:cNvSpPr txBox="1"/>
          <p:nvPr>
            <p:ph type="title"/>
          </p:nvPr>
        </p:nvSpPr>
        <p:spPr>
          <a:xfrm>
            <a:off x="2449650" y="2301488"/>
            <a:ext cx="4244700" cy="16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6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Answers</a:t>
            </a:r>
            <a:endParaRPr/>
          </a:p>
        </p:txBody>
      </p:sp>
      <p:sp>
        <p:nvSpPr>
          <p:cNvPr id="1225" name="Google Shape;1225;p56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What type of the Predictive Model you need to build and what are the important independent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features need to chose in model building?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The task requires building a supervised binary classification model to predict the probability of rare machine events. Tree-based model is used since this task is extreme imbalance dataset problem and has non-linear relationship among the data. Tree-based model ( XGBoost and Random Forest) is beneficial in this case because they equipped with cost-sensitive learning.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The model uses machine telemetry features, time-based features extracted from the date field, and anomaly score from Isolation Forest to highlight anomaly behaviour.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7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Answers</a:t>
            </a:r>
            <a:endParaRPr/>
          </a:p>
        </p:txBody>
      </p:sp>
      <p:sp>
        <p:nvSpPr>
          <p:cNvPr id="1231" name="Google Shape;1231;p57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2. If the business unit decided to go ahead with this project, then concisely and in priority order list what model improvements should be explored?</a:t>
            </a:r>
            <a:endParaRPr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Enhance temporal feature extraction. Use </a:t>
            </a: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richer time-based features (lagged signals, or rolling window) to better capture degradation pattern.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Improve anomaly detection integration. Perform hyperparameter tuning for Isolation Forest. Use multiple Isolation Forest for additional features.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8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Answers</a:t>
            </a:r>
            <a:endParaRPr/>
          </a:p>
        </p:txBody>
      </p:sp>
      <p:sp>
        <p:nvSpPr>
          <p:cNvPr id="1237" name="Google Shape;1237;p58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3. What are your thoughts about the BU’s misrepresentation concerns and their plans for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detecting misrepresentation? How would you go about solving the BU’s misrepresentation concerns?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The BU’s misrepresentation concerns are valid because model is not always perfect, especially in this challenging task. We could minimize the misrepresentation by: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improving data collection guidelines (SOP), (for example calibrating the sensor regularly)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Continuously</a:t>
            </a: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refine detection logic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Continously monitoring model performance and data distribution to avoid performance degrades over time.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"/>
          <p:cNvSpPr txBox="1"/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Answers</a:t>
            </a:r>
            <a:endParaRPr/>
          </a:p>
        </p:txBody>
      </p:sp>
      <p:sp>
        <p:nvSpPr>
          <p:cNvPr id="1243" name="Google Shape;1243;p59"/>
          <p:cNvSpPr txBox="1"/>
          <p:nvPr>
            <p:ph idx="1" type="subTitle"/>
          </p:nvPr>
        </p:nvSpPr>
        <p:spPr>
          <a:xfrm>
            <a:off x="1138000" y="1482300"/>
            <a:ext cx="7283700" cy="25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4. If the BU was to work with the analytics team; how should the project be managed?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The project should be managed in a phased, starting from defining business objectives (example: acceptable false alarm rate), defining operational constraints, data collection, data validation, prototyping, evaluation, and pilot deployment. After deployment, regular monitoring to review performance, data </a:t>
            </a:r>
            <a:r>
              <a:rPr lang="en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quality, and business impact are also required. </a:t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ical Advances in DNA by Slidesgo">
  <a:themeElements>
    <a:clrScheme name="Simple Light">
      <a:dk1>
        <a:srgbClr val="000000"/>
      </a:dk1>
      <a:lt1>
        <a:srgbClr val="FFFFFF"/>
      </a:lt1>
      <a:dk2>
        <a:srgbClr val="F0F2F6"/>
      </a:dk2>
      <a:lt2>
        <a:srgbClr val="D9DB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